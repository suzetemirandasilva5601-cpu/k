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87" r:id="rId1"/>
    <p:sldMasterId id="2147483821" r:id="rId2"/>
  </p:sldMasterIdLst>
  <p:notesMasterIdLst>
    <p:notesMasterId r:id="rId8"/>
  </p:notesMasterIdLst>
  <p:handoutMasterIdLst>
    <p:handoutMasterId r:id="rId9"/>
  </p:handoutMasterIdLst>
  <p:sldIdLst>
    <p:sldId id="2147474652" r:id="rId3"/>
    <p:sldId id="2147474653" r:id="rId7"/>
    <p:sldId id="2147474654" r:id="rId5"/>
    <p:sldId id="2147474651" r:id="rId6"/>
  </p:sldIdLst>
  <p:sldSz cx="12192000" cy="6858000"/>
  <p:notesSz cx="6797675" cy="9928225"/>
  <p:custDataLst>
    <p:tags r:id="rId10"/>
  </p:custDataLst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9EC3FDA-5671-42A4-A468-888C653E86DD}">
          <p14:sldIdLst>
            <p14:sldId id="2147474652"/>
            <p14:sldId id="2147474655"/>
            <p14:sldId id="2147474653"/>
            <p14:sldId id="2147474651"/>
          </p14:sldIdLst>
        </p14:section>
        <p14:section name="Equipe e Investimentos" id="{702C7D10-46CA-4A1C-BCF8-1EEFBEEF3622}">
          <p14:sldIdLst>
            <p14:sldId id="21474746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9F2"/>
    <a:srgbClr val="FFFFFF"/>
    <a:srgbClr val="9D6699"/>
    <a:srgbClr val="124376"/>
    <a:srgbClr val="E36800"/>
    <a:srgbClr val="FF5A43"/>
    <a:srgbClr val="7B7D7B"/>
    <a:srgbClr val="1D368E"/>
    <a:srgbClr val="009796"/>
    <a:srgbClr val="3D7C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4" dt="2026-10-20T21:32:41.862"/>
    <p1510:client id="{CD91F97B-61E8-490A-A668-8ADE57E8F57D}" v="12" dt="2026-10-21T13:45:29.789"/>
    <p1510:client id="{CEDDFF9A-7B1C-4363-95D8-B551194F9A07}" v="695" dt="2026-10-20T22:12:11.2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5404"/>
    <p:restoredTop sz="94748"/>
  </p:normalViewPr>
  <p:slideViewPr>
    <p:cSldViewPr snapToGrid="0">
      <p:cViewPr>
        <p:scale>
          <a:sx n="66" d="100"/>
          <a:sy n="66" d="100"/>
        </p:scale>
        <p:origin x="1752" y="42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 descr="25%"/>
          <p:cNvSpPr>
            <a:spLocks noGrp="1" noChangeArrowheads="1"/>
          </p:cNvSpPr>
          <p:nvPr>
            <p:ph type="hdr" sz="quarter"/>
          </p:nvPr>
        </p:nvSpPr>
        <p:spPr bwMode="gray">
          <a:xfrm>
            <a:off x="2" y="0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19" name="Rectangle 3" descr="25%"/>
          <p:cNvSpPr>
            <a:spLocks noGrp="1" noChangeArrowheads="1"/>
          </p:cNvSpPr>
          <p:nvPr>
            <p:ph type="dt" sz="quarter" idx="1"/>
          </p:nvPr>
        </p:nvSpPr>
        <p:spPr bwMode="gray">
          <a:xfrm>
            <a:off x="5900091" y="0"/>
            <a:ext cx="897585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EB9C613B-C2AC-4B93-9209-758731061898}" type="datetime1">
              <a:rPr lang="en-GB"/>
              <a:pPr>
                <a:defRPr/>
              </a:pPr>
              <a:t>22/10/2026</a:t>
            </a:fld>
            <a:endParaRPr lang="en-GB"/>
          </a:p>
        </p:txBody>
      </p:sp>
      <p:sp>
        <p:nvSpPr>
          <p:cNvPr id="86020" name="Rectangle 4" descr="25%"/>
          <p:cNvSpPr>
            <a:spLocks noGrp="1" noChangeArrowheads="1"/>
          </p:cNvSpPr>
          <p:nvPr>
            <p:ph type="ftr" sz="quarter" idx="2"/>
          </p:nvPr>
        </p:nvSpPr>
        <p:spPr bwMode="gray">
          <a:xfrm>
            <a:off x="2" y="9611922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21" name="Rectangle 5" descr="25%"/>
          <p:cNvSpPr>
            <a:spLocks noGrp="1" noChangeArrowheads="1"/>
          </p:cNvSpPr>
          <p:nvPr>
            <p:ph type="sldNum" sz="quarter" idx="3"/>
          </p:nvPr>
        </p:nvSpPr>
        <p:spPr bwMode="gray">
          <a:xfrm>
            <a:off x="6367232" y="9611922"/>
            <a:ext cx="430444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CC44CF48-7BC2-449C-AB04-0420DAB04CA8}" type="slidenum">
              <a:rPr lang="en-GB"/>
              <a:pPr>
                <a:defRPr/>
              </a:pPr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503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400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22/10/2026</a:t>
            </a:fld>
            <a:endParaRPr lang="pt-BR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8" y="744538"/>
            <a:ext cx="6615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127" y="4714994"/>
            <a:ext cx="4987424" cy="4468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Click to edit Master text styles</a:t>
            </a:r>
          </a:p>
          <a:p>
            <a:pPr lvl="1"/>
            <a:r>
              <a:rPr lang="pt-BR" noProof="0"/>
              <a:t>Second level</a:t>
            </a:r>
          </a:p>
          <a:p>
            <a:pPr lvl="2"/>
            <a:r>
              <a:rPr lang="pt-BR" noProof="0"/>
              <a:t>Third level</a:t>
            </a:r>
          </a:p>
          <a:p>
            <a:pPr lvl="3"/>
            <a:r>
              <a:rPr lang="pt-BR" noProof="0"/>
              <a:t>Fourth level</a:t>
            </a:r>
          </a:p>
          <a:p>
            <a:pPr lvl="4"/>
            <a:r>
              <a:rPr lang="pt-BR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400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86457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22/10/2026</a:t>
            </a:fld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70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22/10/2026</a:t>
            </a:fld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3170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5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5.emf"/><Relationship Id="rId5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5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4.emf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4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5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5.emf"/><Relationship Id="rId5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7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4.emf"/><Relationship Id="rId5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4.emf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E2AFA85-CD3B-4A60-90C6-683E330E63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76845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8" progId="TCLayout.ActiveDocument.1">
                  <p:embed/>
                </p:oleObj>
              </mc:Choice>
              <mc:Fallback>
                <p:oleObj name="think-cell Slide" r:id="rId3" imgW="409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2AFA85-CD3B-4A60-90C6-683E330E63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Imagem 3" descr="Forma&#10;&#10;Descrição gerada automaticamente com confiança baixa">
            <a:extLst>
              <a:ext uri="{FF2B5EF4-FFF2-40B4-BE49-F238E27FC236}">
                <a16:creationId xmlns:a16="http://schemas.microsoft.com/office/drawing/2014/main" id="{386D1CD6-AAC4-42BD-A7FC-DEA23142713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90D9455-E3D5-1C00-860A-D30ACA99A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C739437-95D8-4953-D574-E4C307DF5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CaixaDeTexto 12">
            <a:extLst>
              <a:ext uri="{FF2B5EF4-FFF2-40B4-BE49-F238E27FC236}">
                <a16:creationId xmlns:a16="http://schemas.microsoft.com/office/drawing/2014/main" id="{ACCBF48C-2F61-D370-1C40-4A1A301325ED}"/>
              </a:ext>
            </a:extLst>
          </p:cNvPr>
          <p:cNvSpPr txBox="1"/>
          <p:nvPr userDrawn="1"/>
        </p:nvSpPr>
        <p:spPr>
          <a:xfrm>
            <a:off x="344905" y="371979"/>
            <a:ext cx="48527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>
                <a:solidFill>
                  <a:schemeClr val="accent4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79480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Analy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777789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5">
            <a:extLst>
              <a:ext uri="{FF2B5EF4-FFF2-40B4-BE49-F238E27FC236}">
                <a16:creationId xmlns:a16="http://schemas.microsoft.com/office/drawing/2014/main" id="{41D98FFC-276B-DC45-4A69-D0A394BD9E90}"/>
              </a:ext>
            </a:extLst>
          </p:cNvPr>
          <p:cNvSpPr/>
          <p:nvPr userDrawn="1"/>
        </p:nvSpPr>
        <p:spPr>
          <a:xfrm>
            <a:off x="0" y="3427201"/>
            <a:ext cx="12192000" cy="3430799"/>
          </a:xfrm>
          <a:prstGeom prst="rect">
            <a:avLst/>
          </a:prstGeom>
          <a:solidFill>
            <a:srgbClr val="6327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itel 5">
            <a:extLst>
              <a:ext uri="{FF2B5EF4-FFF2-40B4-BE49-F238E27FC236}">
                <a16:creationId xmlns:a16="http://schemas.microsoft.com/office/drawing/2014/main" id="{D3C7A5FA-E151-75CE-ECDF-6343E386E8B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85633" y="2156514"/>
            <a:ext cx="4642768" cy="1122948"/>
          </a:xfrm>
        </p:spPr>
        <p:txBody>
          <a:bodyPr vert="horz" lIns="0" tIns="0" rIns="0" bIns="0"/>
          <a:lstStyle>
            <a:lvl1pPr rtl="0">
              <a:defRPr sz="2800"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E6BCCC3E-2FA0-4737-DBF8-CB0B0F5B3F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85632" y="3533876"/>
            <a:ext cx="4642767" cy="276999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F13938B3-F822-3B6D-C11D-A155E19CB5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85632" y="4324234"/>
            <a:ext cx="3380763" cy="178898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DA1E3E98-0932-E0D1-ED6B-F5E915442E8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85632" y="4637218"/>
            <a:ext cx="3380763" cy="178898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11682712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DE53C"/>
          </p15:clr>
        </p15:guide>
        <p15:guide id="2" pos="438" userDrawn="1">
          <p15:clr>
            <a:srgbClr val="A4A3A4"/>
          </p15:clr>
        </p15:guide>
        <p15:guide id="3" pos="7355" userDrawn="1">
          <p15:clr>
            <a:srgbClr val="A4A3A4"/>
          </p15:clr>
        </p15:guide>
        <p15:guide id="4" orient="horz" pos="3952" userDrawn="1">
          <p15:clr>
            <a:srgbClr val="A4A3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l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349587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9999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pt-BR" noProof="0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1" y="333130"/>
            <a:ext cx="11519999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 noProof="0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3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23" name="Espaço Reservado para Texto 21">
            <a:extLst>
              <a:ext uri="{FF2B5EF4-FFF2-40B4-BE49-F238E27FC236}">
                <a16:creationId xmlns:a16="http://schemas.microsoft.com/office/drawing/2014/main" id="{A221802B-CB4D-84DD-14E6-1007D78849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8081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34" name="Espaço Reservado para Texto 30">
            <a:extLst>
              <a:ext uri="{FF2B5EF4-FFF2-40B4-BE49-F238E27FC236}">
                <a16:creationId xmlns:a16="http://schemas.microsoft.com/office/drawing/2014/main" id="{ED1E9F58-F504-11A1-E312-FD07F2CDEB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35" name="Espaço Reservado para Conteúdo 32">
            <a:extLst>
              <a:ext uri="{FF2B5EF4-FFF2-40B4-BE49-F238E27FC236}">
                <a16:creationId xmlns:a16="http://schemas.microsoft.com/office/drawing/2014/main" id="{DFC69DB4-86B3-D581-B273-C261981F904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994DECD7-0FD8-ADD8-0259-DE86DFAD242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sz="600">
                <a:latin typeface="+mn-lt"/>
              </a:defRPr>
            </a:lvl1pPr>
          </a:lstStyle>
          <a:p>
            <a:pPr>
              <a:defRPr/>
            </a:pPr>
            <a:r>
              <a:rPr lang="pt-BR"/>
              <a:t>Template_Widescreen</a:t>
            </a:r>
          </a:p>
        </p:txBody>
      </p:sp>
    </p:spTree>
    <p:extLst>
      <p:ext uri="{BB962C8B-B14F-4D97-AF65-F5344CB8AC3E}">
        <p14:creationId xmlns:p14="http://schemas.microsoft.com/office/powerpoint/2010/main" val="793635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 userDrawn="1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6759934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5715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pt-BR" noProof="0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2" y="333130"/>
            <a:ext cx="11515716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 noProof="0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2" y="1200150"/>
            <a:ext cx="11515715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8" name="Espaço Reservado para Texto 30">
            <a:extLst>
              <a:ext uri="{FF2B5EF4-FFF2-40B4-BE49-F238E27FC236}">
                <a16:creationId xmlns:a16="http://schemas.microsoft.com/office/drawing/2014/main" id="{9E9EE099-57C9-4274-7F29-D9B9CE675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0" name="Espaço Reservado para Conteúdo 32">
            <a:extLst>
              <a:ext uri="{FF2B5EF4-FFF2-40B4-BE49-F238E27FC236}">
                <a16:creationId xmlns:a16="http://schemas.microsoft.com/office/drawing/2014/main" id="{A8DBD535-1D8D-73E9-B092-F84148C97F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B47B375-DF03-14ED-9411-4D616105415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sz="600">
                <a:latin typeface="+mn-lt"/>
              </a:defRPr>
            </a:lvl1pPr>
          </a:lstStyle>
          <a:p>
            <a:pPr>
              <a:defRPr/>
            </a:pPr>
            <a:r>
              <a:rPr lang="pt-BR"/>
              <a:t>Template_Widescreen</a:t>
            </a:r>
          </a:p>
        </p:txBody>
      </p:sp>
    </p:spTree>
    <p:extLst>
      <p:ext uri="{BB962C8B-B14F-4D97-AF65-F5344CB8AC3E}">
        <p14:creationId xmlns:p14="http://schemas.microsoft.com/office/powerpoint/2010/main" val="3866463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_Analy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486568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44499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White_Analy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>
            <a:extLst>
              <a:ext uri="{FF2B5EF4-FFF2-40B4-BE49-F238E27FC236}">
                <a16:creationId xmlns:a16="http://schemas.microsoft.com/office/drawing/2014/main" id="{5386046F-E65D-43F2-B183-1DEA970D140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02481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Objeto 1" hidden="1">
                        <a:extLst>
                          <a:ext uri="{FF2B5EF4-FFF2-40B4-BE49-F238E27FC236}">
                            <a16:creationId xmlns:a16="http://schemas.microsoft.com/office/drawing/2014/main" id="{5386046F-E65D-43F2-B183-1DEA970D14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Imagem 4">
            <a:extLst>
              <a:ext uri="{FF2B5EF4-FFF2-40B4-BE49-F238E27FC236}">
                <a16:creationId xmlns:a16="http://schemas.microsoft.com/office/drawing/2014/main" id="{9292448E-F500-76A8-72BE-50A5D19ACEA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96834" y="5591462"/>
            <a:ext cx="2731786" cy="681615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37F67F0-14F9-FB6A-B10A-89E832C05F99}"/>
              </a:ext>
            </a:extLst>
          </p:cNvPr>
          <p:cNvSpPr/>
          <p:nvPr userDrawn="1"/>
        </p:nvSpPr>
        <p:spPr>
          <a:xfrm>
            <a:off x="9970323" y="6062079"/>
            <a:ext cx="1393129" cy="16884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0"/>
            <a:r>
              <a:rPr lang="pt-BR" b="1">
                <a:solidFill>
                  <a:srgbClr val="63277F"/>
                </a:solidFill>
              </a:rPr>
              <a:t>Uncovering insights</a:t>
            </a:r>
          </a:p>
        </p:txBody>
      </p:sp>
    </p:spTree>
    <p:extLst>
      <p:ext uri="{BB962C8B-B14F-4D97-AF65-F5344CB8AC3E}">
        <p14:creationId xmlns:p14="http://schemas.microsoft.com/office/powerpoint/2010/main" val="3555499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 userDrawn="1">
          <p15:clr>
            <a:srgbClr val="A4A3A4"/>
          </p15:clr>
        </p15:guide>
        <p15:guide id="2" orient="horz" pos="3952" userDrawn="1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Color_Analytics">
    <p:bg>
      <p:bgPr>
        <a:solidFill>
          <a:srgbClr val="6327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B95AFD00-30E2-C40F-B373-0F94E8D565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458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B95AFD00-30E2-C40F-B373-0F94E8D565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1187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A4A3A4"/>
          </p15:clr>
        </p15:guide>
        <p15:guide id="2" pos="438" userDrawn="1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ank_A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486568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Imagem 89" descr="Forma, Círculo&#10;&#10;Descrição gerada automaticamente">
            <a:extLst>
              <a:ext uri="{FF2B5EF4-FFF2-40B4-BE49-F238E27FC236}">
                <a16:creationId xmlns:a16="http://schemas.microsoft.com/office/drawing/2014/main" id="{4B78D9CC-F107-5707-91AD-6EAE4C32CD1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629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ingle_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1227871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m 89" descr="Forma, Círculo&#10;&#10;Descrição gerada automaticamente">
            <a:extLst>
              <a:ext uri="{FF2B5EF4-FFF2-40B4-BE49-F238E27FC236}">
                <a16:creationId xmlns:a16="http://schemas.microsoft.com/office/drawing/2014/main" id="{60CE1164-AB42-D6ED-E2A3-21C1B1F24D8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5715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endParaRPr lang="pt-BR" noProof="0"/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1322" y="333130"/>
            <a:ext cx="11515716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endParaRPr lang="pt-BR" noProof="0">
              <a:solidFill>
                <a:srgbClr val="63277F"/>
              </a:solidFill>
            </a:endParaRP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1322" y="1200150"/>
            <a:ext cx="11515715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endParaRPr lang="pt-BR" noProof="0">
              <a:solidFill>
                <a:srgbClr val="808080"/>
              </a:solidFill>
            </a:endParaRPr>
          </a:p>
        </p:txBody>
      </p:sp>
      <p:sp>
        <p:nvSpPr>
          <p:cNvPr id="8" name="Espaço Reservado para Texto 30">
            <a:extLst>
              <a:ext uri="{FF2B5EF4-FFF2-40B4-BE49-F238E27FC236}">
                <a16:creationId xmlns:a16="http://schemas.microsoft.com/office/drawing/2014/main" id="{9E9EE099-57C9-4274-7F29-D9B9CE6757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endParaRPr lang="pt-BR" noProof="0"/>
          </a:p>
        </p:txBody>
      </p:sp>
      <p:sp>
        <p:nvSpPr>
          <p:cNvPr id="10" name="Espaço Reservado para Conteúdo 32">
            <a:extLst>
              <a:ext uri="{FF2B5EF4-FFF2-40B4-BE49-F238E27FC236}">
                <a16:creationId xmlns:a16="http://schemas.microsoft.com/office/drawing/2014/main" id="{A8DBD535-1D8D-73E9-B092-F84148C97F7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endParaRPr lang="pt-BR" noProof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1B89CB9-9E6F-E7E5-D4F4-8B1C1AEA013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460247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sz="600">
                <a:latin typeface="+mn-lt"/>
              </a:defRPr>
            </a:lvl1pPr>
          </a:lstStyle>
          <a:p>
            <a:pPr>
              <a:defRPr/>
            </a:pPr>
            <a:r>
              <a:rPr lang="pt-BR" noProof="0"/>
              <a:t>Template_Widescreen</a:t>
            </a:r>
          </a:p>
        </p:txBody>
      </p:sp>
    </p:spTree>
    <p:extLst>
      <p:ext uri="{BB962C8B-B14F-4D97-AF65-F5344CB8AC3E}">
        <p14:creationId xmlns:p14="http://schemas.microsoft.com/office/powerpoint/2010/main" val="3859485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FA5C-3B60-E820-0097-32643AE0CB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8847BD-ED7F-14E4-F133-53E74BB833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D48BC6-834B-353E-A2AE-4764BA127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99A45-0693-4E08-8AE4-0362204955FE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B710CE-25D3-42E2-477B-A3293F5C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DF0DCF-A51F-DD3B-8315-216028D6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306FA-AAEB-4883-ABC4-766D94449B7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487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_Consul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1891306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5715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pt-BR" noProof="0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2" y="333130"/>
            <a:ext cx="11515716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 noProof="0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2" y="1200150"/>
            <a:ext cx="11515715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8" name="Espaço Reservado para Texto 30">
            <a:extLst>
              <a:ext uri="{FF2B5EF4-FFF2-40B4-BE49-F238E27FC236}">
                <a16:creationId xmlns:a16="http://schemas.microsoft.com/office/drawing/2014/main" id="{9E9EE099-57C9-4274-7F29-D9B9CE675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0" name="Espaço Reservado para Conteúdo 32">
            <a:extLst>
              <a:ext uri="{FF2B5EF4-FFF2-40B4-BE49-F238E27FC236}">
                <a16:creationId xmlns:a16="http://schemas.microsoft.com/office/drawing/2014/main" id="{A8DBD535-1D8D-73E9-B092-F84148C97F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288335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E2AFA85-CD3B-4A60-90C6-683E330E63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8" progId="TCLayout.ActiveDocument.1">
                  <p:embed/>
                </p:oleObj>
              </mc:Choice>
              <mc:Fallback>
                <p:oleObj name="think-cell Slide" r:id="rId3" imgW="409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2AFA85-CD3B-4A60-90C6-683E330E63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Imagem 3" descr="Forma&#10;&#10;Descrição gerada automaticamente com confiança baixa">
            <a:extLst>
              <a:ext uri="{FF2B5EF4-FFF2-40B4-BE49-F238E27FC236}">
                <a16:creationId xmlns:a16="http://schemas.microsoft.com/office/drawing/2014/main" id="{386D1CD6-AAC4-42BD-A7FC-DEA23142713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90D9455-E3D5-1C00-860A-D30ACA99A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C739437-95D8-4953-D574-E4C307DF5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CaixaDeTexto 12">
            <a:extLst>
              <a:ext uri="{FF2B5EF4-FFF2-40B4-BE49-F238E27FC236}">
                <a16:creationId xmlns:a16="http://schemas.microsoft.com/office/drawing/2014/main" id="{ACCBF48C-2F61-D370-1C40-4A1A301325ED}"/>
              </a:ext>
            </a:extLst>
          </p:cNvPr>
          <p:cNvSpPr txBox="1"/>
          <p:nvPr userDrawn="1"/>
        </p:nvSpPr>
        <p:spPr>
          <a:xfrm>
            <a:off x="344905" y="371979"/>
            <a:ext cx="48527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>
                <a:solidFill>
                  <a:schemeClr val="accent4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794804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_Analy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5">
            <a:extLst>
              <a:ext uri="{FF2B5EF4-FFF2-40B4-BE49-F238E27FC236}">
                <a16:creationId xmlns:a16="http://schemas.microsoft.com/office/drawing/2014/main" id="{41D98FFC-276B-DC45-4A69-D0A394BD9E90}"/>
              </a:ext>
            </a:extLst>
          </p:cNvPr>
          <p:cNvSpPr/>
          <p:nvPr userDrawn="1"/>
        </p:nvSpPr>
        <p:spPr>
          <a:xfrm>
            <a:off x="0" y="3427201"/>
            <a:ext cx="12192000" cy="3430799"/>
          </a:xfrm>
          <a:prstGeom prst="rect">
            <a:avLst/>
          </a:prstGeom>
          <a:solidFill>
            <a:srgbClr val="6327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pt-BR"/>
            </a:pPr>
            <a:endParaRPr kumimoji="0" lang="pt-BR" sz="1800" b="0" i="0" u="none" strike="noStrike" kern="1200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itel 5">
            <a:extLst>
              <a:ext uri="{FF2B5EF4-FFF2-40B4-BE49-F238E27FC236}">
                <a16:creationId xmlns:a16="http://schemas.microsoft.com/office/drawing/2014/main" id="{D3C7A5FA-E151-75CE-ECDF-6343E386E8B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85633" y="2156514"/>
            <a:ext cx="4642768" cy="1122948"/>
          </a:xfrm>
        </p:spPr>
        <p:txBody>
          <a:bodyPr vert="horz" lIns="0" tIns="0" rIns="0" bIns="0"/>
          <a:lstStyle>
            <a:lvl1pPr rtl="0">
              <a:defRPr lang="pt-BR" sz="2800"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E6BCCC3E-2FA0-4737-DBF8-CB0B0F5B3F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85632" y="3533876"/>
            <a:ext cx="4642767" cy="276999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F13938B3-F822-3B6D-C11D-A155E19CB5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85632" y="4324234"/>
            <a:ext cx="3380763" cy="178898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DA1E3E98-0932-E0D1-ED6B-F5E915442E8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85632" y="4637218"/>
            <a:ext cx="3380763" cy="178898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11682712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DE53C"/>
          </p15:clr>
        </p15:guide>
        <p15:guide id="2" pos="438" userDrawn="1">
          <p15:clr>
            <a:srgbClr val="A4A3A4"/>
          </p15:clr>
        </p15:guide>
        <p15:guide id="3" pos="7355" userDrawn="1">
          <p15:clr>
            <a:srgbClr val="A4A3A4"/>
          </p15:clr>
        </p15:guide>
        <p15:guide id="4" orient="horz" pos="3952" userDrawn="1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ual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9999" cy="543487"/>
          </a:xfrm>
        </p:spPr>
        <p:txBody>
          <a:bodyPr vert="horz">
            <a:noAutofit/>
          </a:bodyPr>
          <a:lstStyle>
            <a:lvl1pPr rtl="0">
              <a:defRPr lang="pt-BR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1" y="333130"/>
            <a:ext cx="11519999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3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 lang="pt-BR"/>
            </a:pPr>
            <a:r>
              <a:rPr lang="pt-BR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23" name="Espaço Reservado para Texto 21">
            <a:extLst>
              <a:ext uri="{FF2B5EF4-FFF2-40B4-BE49-F238E27FC236}">
                <a16:creationId xmlns:a16="http://schemas.microsoft.com/office/drawing/2014/main" id="{A221802B-CB4D-84DD-14E6-1007D78849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8081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 lang="pt-BR"/>
            </a:pPr>
            <a:r>
              <a:rPr lang="pt-BR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34" name="Espaço Reservado para Texto 30">
            <a:extLst>
              <a:ext uri="{FF2B5EF4-FFF2-40B4-BE49-F238E27FC236}">
                <a16:creationId xmlns:a16="http://schemas.microsoft.com/office/drawing/2014/main" id="{ED1E9F58-F504-11A1-E312-FD07F2CDEB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5" name="Espaço Reservado para Conteúdo 32">
            <a:extLst>
              <a:ext uri="{FF2B5EF4-FFF2-40B4-BE49-F238E27FC236}">
                <a16:creationId xmlns:a16="http://schemas.microsoft.com/office/drawing/2014/main" id="{DFC69DB4-86B3-D581-B273-C261981F904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994DECD7-0FD8-ADD8-0259-DE86DFAD242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lang="pt-BR" sz="600">
                <a:latin typeface="+mn-lt"/>
              </a:defRPr>
            </a:lvl1pPr>
          </a:lstStyle>
          <a:p>
            <a:pPr>
              <a:defRPr lang="pt-BR"/>
            </a:pPr>
            <a:r>
              <a:rPr lang="pt-BR"/>
              <a:t>Template_Widescreen</a:t>
            </a:r>
          </a:p>
        </p:txBody>
      </p:sp>
    </p:spTree>
    <p:extLst>
      <p:ext uri="{BB962C8B-B14F-4D97-AF65-F5344CB8AC3E}">
        <p14:creationId xmlns:p14="http://schemas.microsoft.com/office/powerpoint/2010/main" val="793635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 userDrawn="1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5715" cy="543487"/>
          </a:xfrm>
        </p:spPr>
        <p:txBody>
          <a:bodyPr vert="horz">
            <a:noAutofit/>
          </a:bodyPr>
          <a:lstStyle>
            <a:lvl1pPr rtl="0">
              <a:defRPr lang="pt-BR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2" y="333130"/>
            <a:ext cx="11515716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2" y="1200150"/>
            <a:ext cx="11515715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 lang="pt-BR"/>
            </a:pPr>
            <a:r>
              <a:rPr lang="pt-BR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8" name="Espaço Reservado para Texto 30">
            <a:extLst>
              <a:ext uri="{FF2B5EF4-FFF2-40B4-BE49-F238E27FC236}">
                <a16:creationId xmlns:a16="http://schemas.microsoft.com/office/drawing/2014/main" id="{9E9EE099-57C9-4274-7F29-D9B9CE675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Espaço Reservado para Conteúdo 32">
            <a:extLst>
              <a:ext uri="{FF2B5EF4-FFF2-40B4-BE49-F238E27FC236}">
                <a16:creationId xmlns:a16="http://schemas.microsoft.com/office/drawing/2014/main" id="{A8DBD535-1D8D-73E9-B092-F84148C97F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B47B375-DF03-14ED-9411-4D616105415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lang="pt-BR" sz="600">
                <a:latin typeface="+mn-lt"/>
              </a:defRPr>
            </a:lvl1pPr>
          </a:lstStyle>
          <a:p>
            <a:pPr>
              <a:defRPr lang="pt-BR"/>
            </a:pPr>
            <a:r>
              <a:rPr lang="pt-BR"/>
              <a:t>Template_Widescreen</a:t>
            </a:r>
          </a:p>
        </p:txBody>
      </p:sp>
    </p:spTree>
    <p:extLst>
      <p:ext uri="{BB962C8B-B14F-4D97-AF65-F5344CB8AC3E}">
        <p14:creationId xmlns:p14="http://schemas.microsoft.com/office/powerpoint/2010/main" val="3866463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ank_Analy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44499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EndWhite_Analy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 hidden="1">
            <a:extLst>
              <a:ext uri="{FF2B5EF4-FFF2-40B4-BE49-F238E27FC236}">
                <a16:creationId xmlns:a16="http://schemas.microsoft.com/office/drawing/2014/main" id="{5386046F-E65D-43F2-B183-1DEA970D140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Objeto 1" hidden="1">
                        <a:extLst>
                          <a:ext uri="{FF2B5EF4-FFF2-40B4-BE49-F238E27FC236}">
                            <a16:creationId xmlns:a16="http://schemas.microsoft.com/office/drawing/2014/main" id="{5386046F-E65D-43F2-B183-1DEA970D14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Imagem 4">
            <a:extLst>
              <a:ext uri="{FF2B5EF4-FFF2-40B4-BE49-F238E27FC236}">
                <a16:creationId xmlns:a16="http://schemas.microsoft.com/office/drawing/2014/main" id="{9292448E-F500-76A8-72BE-50A5D19ACEA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96834" y="5591462"/>
            <a:ext cx="2731786" cy="681615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37F67F0-14F9-FB6A-B10A-89E832C05F99}"/>
              </a:ext>
            </a:extLst>
          </p:cNvPr>
          <p:cNvSpPr/>
          <p:nvPr userDrawn="1"/>
        </p:nvSpPr>
        <p:spPr>
          <a:xfrm>
            <a:off x="9970323" y="6062079"/>
            <a:ext cx="1393129" cy="16884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0"/>
            <a:r>
              <a:rPr lang="pt-BR" b="1">
                <a:solidFill>
                  <a:srgbClr val="63277F"/>
                </a:solidFill>
              </a:rPr>
              <a:t>Uncovering insights</a:t>
            </a:r>
          </a:p>
        </p:txBody>
      </p:sp>
    </p:spTree>
    <p:extLst>
      <p:ext uri="{BB962C8B-B14F-4D97-AF65-F5344CB8AC3E}">
        <p14:creationId xmlns:p14="http://schemas.microsoft.com/office/powerpoint/2010/main" val="3555499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 userDrawn="1">
          <p15:clr>
            <a:srgbClr val="A4A3A4"/>
          </p15:clr>
        </p15:guide>
        <p15:guide id="2" orient="horz" pos="3952" userDrawn="1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EndColor_Analytics">
    <p:bg>
      <p:bgPr>
        <a:solidFill>
          <a:srgbClr val="6327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B95AFD00-30E2-C40F-B373-0F94E8D565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B95AFD00-30E2-C40F-B373-0F94E8D565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1187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A4A3A4"/>
          </p15:clr>
        </p15:guide>
        <p15:guide id="2" pos="438" userDrawn="1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ank_A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Imagem 89" descr="Forma, Círculo&#10;&#10;Descrição gerada automaticamente">
            <a:extLst>
              <a:ext uri="{FF2B5EF4-FFF2-40B4-BE49-F238E27FC236}">
                <a16:creationId xmlns:a16="http://schemas.microsoft.com/office/drawing/2014/main" id="{4B78D9CC-F107-5707-91AD-6EAE4C32CD1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629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ingle_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m 89" descr="Forma, Círculo&#10;&#10;Descrição gerada automaticamente">
            <a:extLst>
              <a:ext uri="{FF2B5EF4-FFF2-40B4-BE49-F238E27FC236}">
                <a16:creationId xmlns:a16="http://schemas.microsoft.com/office/drawing/2014/main" id="{60CE1164-AB42-D6ED-E2A3-21C1B1F24D8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5715" cy="543487"/>
          </a:xfrm>
        </p:spPr>
        <p:txBody>
          <a:bodyPr vert="horz">
            <a:noAutofit/>
          </a:bodyPr>
          <a:lstStyle>
            <a:lvl1pPr rtl="0">
              <a:defRPr lang="pt-BR"/>
            </a:lvl1pPr>
          </a:lstStyle>
          <a:p>
            <a:endParaRPr lang="pt-BR"/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1322" y="333130"/>
            <a:ext cx="11515716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>
                <a:solidFill>
                  <a:srgbClr val="63277F"/>
                </a:solidFill>
              </a:defRPr>
            </a:lvl1pPr>
          </a:lstStyle>
          <a:p>
            <a:endParaRPr lang="pt-BR">
              <a:solidFill>
                <a:srgbClr val="63277F"/>
              </a:solidFill>
            </a:endParaRP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1322" y="1200150"/>
            <a:ext cx="11515715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 lang="pt-BR"/>
            </a:pPr>
            <a:endParaRPr lang="pt-BR">
              <a:solidFill>
                <a:srgbClr val="808080"/>
              </a:solidFill>
            </a:endParaRPr>
          </a:p>
        </p:txBody>
      </p:sp>
      <p:sp>
        <p:nvSpPr>
          <p:cNvPr id="8" name="Espaço Reservado para Texto 30">
            <a:extLst>
              <a:ext uri="{FF2B5EF4-FFF2-40B4-BE49-F238E27FC236}">
                <a16:creationId xmlns:a16="http://schemas.microsoft.com/office/drawing/2014/main" id="{9E9EE099-57C9-4274-7F29-D9B9CE6757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endParaRPr lang="pt-BR"/>
          </a:p>
        </p:txBody>
      </p:sp>
      <p:sp>
        <p:nvSpPr>
          <p:cNvPr id="10" name="Espaço Reservado para Conteúdo 32">
            <a:extLst>
              <a:ext uri="{FF2B5EF4-FFF2-40B4-BE49-F238E27FC236}">
                <a16:creationId xmlns:a16="http://schemas.microsoft.com/office/drawing/2014/main" id="{A8DBD535-1D8D-73E9-B092-F84148C97F7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endParaRPr lang="pt-BR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1B89CB9-9E6F-E7E5-D4F4-8B1C1AEA013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460247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lang="pt-BR" sz="600">
                <a:latin typeface="+mn-lt"/>
              </a:defRPr>
            </a:lvl1pPr>
          </a:lstStyle>
          <a:p>
            <a:pPr>
              <a:defRPr lang="pt-BR"/>
            </a:pPr>
            <a:r>
              <a:rPr lang="pt-BR"/>
              <a:t>Template_Widescreen</a:t>
            </a:r>
          </a:p>
        </p:txBody>
      </p:sp>
    </p:spTree>
    <p:extLst>
      <p:ext uri="{BB962C8B-B14F-4D97-AF65-F5344CB8AC3E}">
        <p14:creationId xmlns:p14="http://schemas.microsoft.com/office/powerpoint/2010/main" val="3859485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FA5C-3B60-E820-0097-32643AE0CB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lang="pt-BR"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8847BD-ED7F-14E4-F133-53E74BB833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lang="pt-BR" sz="2400"/>
            </a:lvl1pPr>
            <a:lvl2pPr marL="457200" indent="0" algn="ctr">
              <a:buNone/>
              <a:defRPr lang="pt-BR" sz="2000"/>
            </a:lvl2pPr>
            <a:lvl3pPr marL="914400" indent="0" algn="ctr">
              <a:buNone/>
              <a:defRPr lang="pt-BR" sz="1800"/>
            </a:lvl3pPr>
            <a:lvl4pPr marL="1371600" indent="0" algn="ctr">
              <a:buNone/>
              <a:defRPr lang="pt-BR" sz="1600"/>
            </a:lvl4pPr>
            <a:lvl5pPr marL="1828800" indent="0" algn="ctr">
              <a:buNone/>
              <a:defRPr lang="pt-BR" sz="1600"/>
            </a:lvl5pPr>
            <a:lvl6pPr marL="2286000" indent="0" algn="ctr">
              <a:buNone/>
              <a:defRPr lang="pt-BR" sz="1600"/>
            </a:lvl6pPr>
            <a:lvl7pPr marL="2743200" indent="0" algn="ctr">
              <a:buNone/>
              <a:defRPr lang="pt-BR" sz="1600"/>
            </a:lvl7pPr>
            <a:lvl8pPr marL="3200400" indent="0" algn="ctr">
              <a:buNone/>
              <a:defRPr lang="pt-BR" sz="1600"/>
            </a:lvl8pPr>
            <a:lvl9pPr marL="3657600" indent="0" algn="ctr">
              <a:buNone/>
              <a:defRPr lang="pt-BR"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D48BC6-834B-353E-A2AE-4764BA127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99A45-0693-4E08-8AE4-0362204955FE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B710CE-25D3-42E2-477B-A3293F5C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DF0DCF-A51F-DD3B-8315-216028D6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306FA-AAEB-4883-ABC4-766D94449B7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4872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MS_Conteu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0360000" cy="543487"/>
          </a:xfrm>
        </p:spPr>
        <p:txBody>
          <a:bodyPr vert="horz">
            <a:noAutofit/>
          </a:bodyPr>
          <a:lstStyle>
            <a:lvl1pPr rtl="0">
              <a:defRPr lang="pt-BR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2" y="333130"/>
            <a:ext cx="10360000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2" y="1200150"/>
            <a:ext cx="11515715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 lang="pt-BR"/>
            </a:pPr>
            <a:r>
              <a:rPr lang="pt-BR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8" name="Espaço Reservado para Texto 30">
            <a:extLst>
              <a:ext uri="{FF2B5EF4-FFF2-40B4-BE49-F238E27FC236}">
                <a16:creationId xmlns:a16="http://schemas.microsoft.com/office/drawing/2014/main" id="{9E9EE099-57C9-4274-7F29-D9B9CE675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Espaço Reservado para Conteúdo 32">
            <a:extLst>
              <a:ext uri="{FF2B5EF4-FFF2-40B4-BE49-F238E27FC236}">
                <a16:creationId xmlns:a16="http://schemas.microsoft.com/office/drawing/2014/main" id="{A8DBD535-1D8D-73E9-B092-F84148C97F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lang="pt-BR"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900" name="Logo DMS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843467" y="154236"/>
            <a:ext cx="1189822" cy="6830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1B82AB-6ABE-73B1-7FAB-5E0476BAA29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356390" y="6571866"/>
            <a:ext cx="388386" cy="228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35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tags" Target="../tags/tag13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62413173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360" imgH="360" progId="TCLayout.ActiveDocument.1">
                  <p:embed/>
                </p:oleObj>
              </mc:Choice>
              <mc:Fallback>
                <p:oleObj name="think-cell Slide" r:id="rId14" imgW="360" imgH="36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le Placeholder 1"/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9999" cy="5434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</a:t>
            </a:r>
            <a:r>
              <a:rPr lang="pt-BR" noProof="0" err="1"/>
              <a:t>title</a:t>
            </a:r>
            <a:endParaRPr lang="pt-BR" noProof="0"/>
          </a:p>
        </p:txBody>
      </p:sp>
      <p:sp>
        <p:nvSpPr>
          <p:cNvPr id="17" name="Rectangle 4"/>
          <p:cNvSpPr>
            <a:spLocks noChangeArrowheads="1"/>
          </p:cNvSpPr>
          <p:nvPr userDrawn="1"/>
        </p:nvSpPr>
        <p:spPr bwMode="gray">
          <a:xfrm>
            <a:off x="11708490" y="6583842"/>
            <a:ext cx="142668" cy="1077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algn="r" rtl="0"/>
            <a:fld id="{BD9E6411-2CB3-495D-B4E9-78602717BE5F}" type="slidenum">
              <a:rPr lang="pt-BR" sz="700" noProof="0" smtClean="0">
                <a:solidFill>
                  <a:srgbClr val="808080"/>
                </a:solidFill>
                <a:latin typeface="Arial"/>
                <a:cs typeface="Arial"/>
              </a:rPr>
              <a:pPr lvl="0" algn="r" rtl="0"/>
              <a:t>‹nº›</a:t>
            </a:fld>
            <a:endParaRPr lang="pt-BR" sz="700" noProof="0">
              <a:solidFill>
                <a:srgbClr val="808080"/>
              </a:solidFill>
              <a:latin typeface="Arial"/>
              <a:cs typeface="Arial"/>
            </a:endParaRPr>
          </a:p>
        </p:txBody>
      </p:sp>
      <p:grpSp>
        <p:nvGrpSpPr>
          <p:cNvPr id="19" name="OCC-Grid" hidden="1"/>
          <p:cNvGrpSpPr>
            <a:grpSpLocks/>
          </p:cNvGrpSpPr>
          <p:nvPr userDrawn="1"/>
        </p:nvGrpSpPr>
        <p:grpSpPr bwMode="auto">
          <a:xfrm>
            <a:off x="443078" y="1231"/>
            <a:ext cx="12319001" cy="6064256"/>
            <a:chOff x="258" y="165"/>
            <a:chExt cx="6305" cy="3820"/>
          </a:xfrm>
        </p:grpSpPr>
        <p:sp>
          <p:nvSpPr>
            <p:cNvPr id="20" name="Rectangle 46" hidden="1"/>
            <p:cNvSpPr>
              <a:spLocks noChangeArrowheads="1"/>
            </p:cNvSpPr>
            <p:nvPr/>
          </p:nvSpPr>
          <p:spPr bwMode="auto">
            <a:xfrm>
              <a:off x="6345" y="165"/>
              <a:ext cx="218" cy="15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lIns="36000" tIns="36000" rIns="36000" bIns="36000" anchor="ctr"/>
            <a:lstStyle/>
            <a:p>
              <a:pPr rtl="0" eaLnBrk="1">
                <a:defRPr/>
              </a:pPr>
              <a:endParaRPr lang="pt-BR" sz="1000"/>
            </a:p>
          </p:txBody>
        </p:sp>
        <p:sp>
          <p:nvSpPr>
            <p:cNvPr id="21" name="Rectangle 47" hidden="1"/>
            <p:cNvSpPr>
              <a:spLocks noChangeArrowheads="1"/>
            </p:cNvSpPr>
            <p:nvPr/>
          </p:nvSpPr>
          <p:spPr bwMode="auto">
            <a:xfrm>
              <a:off x="258" y="1094"/>
              <a:ext cx="5896" cy="2891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rtl="0" eaLnBrk="1">
                <a:defRPr/>
              </a:pPr>
              <a:endParaRPr lang="pt-BR" sz="1000"/>
            </a:p>
          </p:txBody>
        </p:sp>
      </p:grpSp>
      <p:cxnSp>
        <p:nvCxnSpPr>
          <p:cNvPr id="6" name="Gerader Verbinder 5"/>
          <p:cNvCxnSpPr>
            <a:cxnSpLocks/>
          </p:cNvCxnSpPr>
          <p:nvPr userDrawn="1"/>
        </p:nvCxnSpPr>
        <p:spPr>
          <a:xfrm>
            <a:off x="341322" y="218114"/>
            <a:ext cx="11509356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/>
          <p:cNvCxnSpPr>
            <a:cxnSpLocks/>
          </p:cNvCxnSpPr>
          <p:nvPr userDrawn="1"/>
        </p:nvCxnSpPr>
        <p:spPr>
          <a:xfrm>
            <a:off x="336000" y="6535024"/>
            <a:ext cx="11520000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ource"/>
          <p:cNvSpPr/>
          <p:nvPr userDrawn="1"/>
        </p:nvSpPr>
        <p:spPr>
          <a:xfrm>
            <a:off x="11633695" y="6420934"/>
            <a:ext cx="227626" cy="92333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0">
                      <a:srgbClr val="000000"/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  <a:tileRect/>
                </a:gra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rtl="0"/>
            <a:endParaRPr/>
          </a:p>
        </p:txBody>
      </p:sp>
    </p:spTree>
    <p:extLst>
      <p:ext uri="{BB962C8B-B14F-4D97-AF65-F5344CB8AC3E}">
        <p14:creationId xmlns:p14="http://schemas.microsoft.com/office/powerpoint/2010/main" val="711977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2" r:id="rId1"/>
    <p:sldLayoutId id="214748380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808" r:id="rId8"/>
    <p:sldLayoutId id="2147483810" r:id="rId9"/>
    <p:sldLayoutId id="2147483819" r:id="rId10"/>
    <p:sldLayoutId id="2147483820" r:id="rId11"/>
  </p:sldLayoutIdLst>
  <p:hf sldNum="0" hdr="0" dt="0"/>
  <p:txStyles>
    <p:titleStyle>
      <a:lvl1pPr algn="l" defTabSz="457224" rtl="0" eaLnBrk="1" latinLnBrk="0" hangingPunct="1">
        <a:lnSpc>
          <a:spcPct val="90000"/>
        </a:lnSpc>
        <a:spcBef>
          <a:spcPct val="0"/>
        </a:spcBef>
        <a:buNone/>
        <a:defRPr sz="2000" b="1" i="0" kern="1200" baseline="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0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anose="05020102010507070707" pitchFamily="18" charset="2"/>
        <a:buChar char=""/>
        <a:tabLst/>
        <a:defRPr lang="nl-NL" sz="1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177808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Arial" charset="0"/>
        <a:buChar char="–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63556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itchFamily="18" charset="2"/>
        <a:buChar char="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Arial"/>
        </a:defRPr>
      </a:lvl3pPr>
      <a:lvl4pPr marL="0" marR="0" indent="-171459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Wingdings" pitchFamily="2" charset="2"/>
        <a:buChar char="w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4pPr>
      <a:lvl5pPr marL="0" marR="0" indent="-185746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Arial" charset="0"/>
        <a:buChar char="○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5pPr>
      <a:lvl6pPr marL="2514726" marR="0" indent="-228612" algn="l" defTabSz="457224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Tx/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2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8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3"/>
            </p:custData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360" imgH="360" progId="TCLayout.ActiveDocument.1">
                  <p:embed/>
                </p:oleObj>
              </mc:Choice>
              <mc:Fallback>
                <p:oleObj name="think-cell Slide" r:id="rId14" imgW="360" imgH="36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le Placeholder 1"/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9999" cy="5434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pt-BR"/>
              <a:t>Click </a:t>
            </a:r>
            <a:r>
              <a:rPr lang="pt-BR" err="1"/>
              <a:t>to</a:t>
            </a:r>
            <a:r>
              <a:rPr lang="pt-BR"/>
              <a:t> </a:t>
            </a:r>
            <a:r>
              <a:rPr lang="pt-BR" err="1"/>
              <a:t>edit</a:t>
            </a:r>
            <a:r>
              <a:rPr lang="pt-BR"/>
              <a:t> </a:t>
            </a:r>
            <a:r>
              <a:rPr lang="pt-BR" err="1"/>
              <a:t>title</a:t>
            </a:r>
            <a:endParaRPr lang="pt-BR"/>
          </a:p>
        </p:txBody>
      </p:sp>
      <p:sp>
        <p:nvSpPr>
          <p:cNvPr id="17" name="Rectangle 4"/>
          <p:cNvSpPr>
            <a:spLocks noChangeArrowheads="1"/>
          </p:cNvSpPr>
          <p:nvPr userDrawn="1"/>
        </p:nvSpPr>
        <p:spPr bwMode="gray">
          <a:xfrm>
            <a:off x="11708490" y="6583842"/>
            <a:ext cx="142668" cy="1077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algn="r" rtl="0"/>
            <a:fld id="{BD9E6411-2CB3-495D-B4E9-78602717BE5F}" type="slidenum">
              <a:rPr lang="pt-BR" sz="700" smtClean="0">
                <a:solidFill>
                  <a:srgbClr val="808080"/>
                </a:solidFill>
                <a:latin typeface="Arial"/>
                <a:cs typeface="Arial"/>
              </a:rPr>
              <a:pPr lvl="0" algn="r" rtl="0"/>
              <a:t>‹nº›</a:t>
            </a:fld>
            <a:endParaRPr lang="pt-BR" sz="700">
              <a:solidFill>
                <a:srgbClr val="808080"/>
              </a:solidFill>
              <a:latin typeface="Arial"/>
              <a:cs typeface="Arial"/>
            </a:endParaRPr>
          </a:p>
        </p:txBody>
      </p:sp>
      <p:grpSp>
        <p:nvGrpSpPr>
          <p:cNvPr id="19" name="OCC-Grid" hidden="1"/>
          <p:cNvGrpSpPr>
            <a:grpSpLocks/>
          </p:cNvGrpSpPr>
          <p:nvPr userDrawn="1"/>
        </p:nvGrpSpPr>
        <p:grpSpPr bwMode="auto">
          <a:xfrm>
            <a:off x="443078" y="1231"/>
            <a:ext cx="12319001" cy="6064256"/>
            <a:chOff x="258" y="165"/>
            <a:chExt cx="6305" cy="3820"/>
          </a:xfrm>
        </p:grpSpPr>
        <p:sp>
          <p:nvSpPr>
            <p:cNvPr id="20" name="Rectangle 46" hidden="1"/>
            <p:cNvSpPr>
              <a:spLocks noChangeArrowheads="1"/>
            </p:cNvSpPr>
            <p:nvPr/>
          </p:nvSpPr>
          <p:spPr bwMode="auto">
            <a:xfrm>
              <a:off x="6345" y="165"/>
              <a:ext cx="218" cy="15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lIns="36000" tIns="36000" rIns="36000" bIns="36000" anchor="ctr"/>
            <a:lstStyle/>
            <a:p>
              <a:pPr rtl="0" eaLnBrk="1">
                <a:defRPr lang="pt-BR"/>
              </a:pPr>
              <a:endParaRPr lang="pt-BR" sz="1000"/>
            </a:p>
          </p:txBody>
        </p:sp>
        <p:sp>
          <p:nvSpPr>
            <p:cNvPr id="21" name="Rectangle 47" hidden="1"/>
            <p:cNvSpPr>
              <a:spLocks noChangeArrowheads="1"/>
            </p:cNvSpPr>
            <p:nvPr/>
          </p:nvSpPr>
          <p:spPr bwMode="auto">
            <a:xfrm>
              <a:off x="258" y="1094"/>
              <a:ext cx="5896" cy="2891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rtl="0" eaLnBrk="1">
                <a:defRPr lang="pt-BR"/>
              </a:pPr>
              <a:endParaRPr lang="pt-BR" sz="1000"/>
            </a:p>
          </p:txBody>
        </p:sp>
      </p:grpSp>
      <p:sp>
        <p:nvSpPr>
          <p:cNvPr id="35" name="Source"/>
          <p:cNvSpPr/>
          <p:nvPr userDrawn="1"/>
        </p:nvSpPr>
        <p:spPr>
          <a:xfrm>
            <a:off x="11633695" y="6420934"/>
            <a:ext cx="227626" cy="92333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0">
                      <a:srgbClr val="000000"/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  <a:tileRect/>
                </a:gra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rt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977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dt="0"/>
  <p:txStyles>
    <p:titleStyle>
      <a:lvl1pPr algn="l" defTabSz="457224" rtl="0" eaLnBrk="1" latinLnBrk="0" hangingPunct="1">
        <a:lnSpc>
          <a:spcPct val="90000"/>
        </a:lnSpc>
        <a:spcBef>
          <a:spcPct val="0"/>
        </a:spcBef>
        <a:buNone/>
        <a:defRPr lang="pt-BR" sz="2000" b="1" i="0" kern="1200" baseline="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0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anose="05020102010507070707" pitchFamily="18" charset="2"/>
        <a:buChar char=""/>
        <a:tabLst/>
        <a:defRPr lang="pt-BR" sz="1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177808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Arial" charset="0"/>
        <a:buChar char="–"/>
        <a:tabLst/>
        <a:defRPr lang="pt-BR" sz="14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63556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itchFamily="18" charset="2"/>
        <a:buChar char=""/>
        <a:tabLst/>
        <a:defRPr lang="pt-BR" sz="1400" kern="1200" dirty="0" smtClean="0">
          <a:solidFill>
            <a:schemeClr val="tx1"/>
          </a:solidFill>
          <a:latin typeface="+mn-lt"/>
          <a:ea typeface="+mn-ea"/>
          <a:cs typeface="Arial"/>
        </a:defRPr>
      </a:lvl3pPr>
      <a:lvl4pPr marL="0" marR="0" indent="-171459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Wingdings" pitchFamily="2" charset="2"/>
        <a:buChar char="w"/>
        <a:tabLst/>
        <a:defRPr lang="pt-BR" sz="1400" kern="1200" dirty="0">
          <a:solidFill>
            <a:schemeClr val="tx1"/>
          </a:solidFill>
          <a:latin typeface="+mn-lt"/>
          <a:ea typeface="+mn-ea"/>
          <a:cs typeface="Arial"/>
        </a:defRPr>
      </a:lvl4pPr>
      <a:lvl5pPr marL="0" marR="0" indent="-185746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Arial" charset="0"/>
        <a:buChar char="○"/>
        <a:tabLst/>
        <a:defRPr lang="pt-BR" sz="1400" kern="1200" dirty="0">
          <a:solidFill>
            <a:schemeClr val="tx1"/>
          </a:solidFill>
          <a:latin typeface="+mn-lt"/>
          <a:ea typeface="+mn-ea"/>
          <a:cs typeface="Arial"/>
        </a:defRPr>
      </a:lvl5pPr>
      <a:lvl6pPr marL="2514726" marR="0" indent="-228612" algn="l" defTabSz="457224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Tx/>
        <a:buFont typeface="Arial"/>
        <a:buChar char="•"/>
        <a:tabLst/>
        <a:defRPr lang="pt-BR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2" algn="l" defTabSz="457224" rtl="0" eaLnBrk="1" latinLnBrk="0" hangingPunct="1">
        <a:spcBef>
          <a:spcPct val="20000"/>
        </a:spcBef>
        <a:buFont typeface="Arial"/>
        <a:buChar char="•"/>
        <a:defRPr lang="pt-BR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2" indent="-228612" algn="l" defTabSz="457224" rtl="0" eaLnBrk="1" latinLnBrk="0" hangingPunct="1">
        <a:spcBef>
          <a:spcPct val="20000"/>
        </a:spcBef>
        <a:buFont typeface="Arial"/>
        <a:buChar char="•"/>
        <a:defRPr lang="pt-BR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2" algn="l" defTabSz="457224" rtl="0" eaLnBrk="1" latinLnBrk="0" hangingPunct="1">
        <a:spcBef>
          <a:spcPct val="20000"/>
        </a:spcBef>
        <a:buFont typeface="Arial"/>
        <a:buChar char="•"/>
        <a:defRPr lang="pt-BR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8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2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2" algn="l" defTabSz="457224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Relationship Id="rId4" Type="http://schemas.openxmlformats.org/officeDocument/2006/relationships/image" Target="../media/image16.jp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641983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31069" y="0"/>
            <a:ext cx="8160931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589947" y="2507742"/>
            <a:ext cx="8602052" cy="1815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45629" y="2767698"/>
            <a:ext cx="2326957" cy="1307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0" y="0"/>
            <a:ext cx="1215834" cy="5953045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4"/>
          <p:cNvSpPr txBox="1"/>
          <p:nvPr/>
        </p:nvSpPr>
        <p:spPr>
          <a:xfrm>
            <a:off x="4455100" y="2600000"/>
            <a:ext cx="5976000" cy="1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Montserrat SemiBold"/>
              </a:rPr>
              <a:t>Projeto Diligenciamento</a:t>
            </a:r>
          </a:p>
          <a:p>
            <a:r>
              <a:rPr sz="1600">
                <a:solidFill>
                  <a:srgbClr val="FFFFFF"/>
                </a:solidFill>
                <a:latin typeface="Montserrat"/>
              </a:rPr>
              <a:t>Estrutura hierárquica e camada de liderança</a:t>
            </a:r>
          </a:p>
          <a:p>
            <a:r>
              <a:rPr sz="1100">
                <a:solidFill>
                  <a:srgbClr val="FFFFFF"/>
                </a:solidFill>
                <a:latin typeface="Montserrat"/>
              </a:rPr>
              <a:t>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62739995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São 66 gestores para 336 pessoas em 7 níveis, mas a densidade varia de 2,4 a 9,6 pessoas por gestor entre as diretorias, e 7 posições de chefia estão em aberto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Estrutura de liderança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Quadro ativo, quantos lideram alguém e quantas vagas de chefia há em cada reporte direto do CEO. Gestor = quem tem pelo menos um liderado direto.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Fonte: Colaboradores-factorial (3) — organograma out/26; planilha de vagas (21/10); Base Setembro/26 (RH); Draft 23 Out 26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191500" y="1190625"/>
            <a:ext cx="3657600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>
                <a:solidFill>
                  <a:srgbClr val="005E9E"/>
                </a:solidFill>
                <a:latin typeface="Arial"/>
              </a:rPr>
              <a:t>Para discussão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" y="1476375"/>
            <a:ext cx="2095500" cy="4667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005E9E"/>
                </a:solidFill>
                <a:latin typeface="Arial"/>
              </a:rPr>
              <a:t>336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1914525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pessoas no organograma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de out/26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2700" y="1476375"/>
            <a:ext cx="2095500" cy="4667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005E9E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2700" y="1914525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gestores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1 para cada 4,1 executores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2025" y="1476375"/>
            <a:ext cx="2095500" cy="4667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005E9E"/>
                </a:solidFill>
                <a:latin typeface="Arial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2025" y="1914525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níveis do CEO ao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analista mais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1825" y="1476375"/>
            <a:ext cx="2095500" cy="4667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8E2E"/>
                </a:solidFill>
                <a:latin typeface="Arial"/>
              </a:rPr>
              <a:t>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1825" y="1914525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liderados diretos no maior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time, contra média de 5,1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476375"/>
            <a:ext cx="2371725" cy="4667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8E2E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1625" y="1914525"/>
            <a:ext cx="23717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vagas de chefia em aberto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Arial"/>
              </a:rPr>
              <a:t>6 sem processo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42900" y="2495550"/>
          <a:ext cx="11506200" cy="249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2419350"/>
                <a:gridCol w="1047750"/>
                <a:gridCol w="1143000"/>
                <a:gridCol w="1657350"/>
                <a:gridCol w="952500"/>
                <a:gridCol w="1428750"/>
                <a:gridCol w="1428750"/>
              </a:tblGrid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Ativos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Gestores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Pessoas por gestor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Níveis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Vagas em aberto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Vagas de chefia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COO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Raioni Oliveira Santos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CITO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Cleyton Cardoso Esteves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CFSO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Ana Carolina Botelho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Head of Air Product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Filipe Teixeira Sampaio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Head of Talent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Carolina Karnakis Nobrega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Andre Lemos Tavares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Head of Ocean Product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Filipe Carneiro Oliveira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Head of Services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Luis Fernando Santos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</a:tr>
              <a:tr h="249555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DMS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342900" y="5105400"/>
            <a:ext cx="11506200" cy="24765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7625" rIns="47625" tIns="19050" bIns="1905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O que a densidade mostra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" y="5391150"/>
            <a:ext cx="11506200" cy="819150"/>
          </a:xfrm>
          <a:prstGeom prst="roundRect">
            <a:avLst>
              <a:gd name="adj" fmla="val 8000"/>
            </a:avLst>
          </a:prstGeom>
          <a:solidFill>
            <a:srgbClr val="D9F2E9"/>
          </a:solidFill>
          <a:ln w="12700">
            <a:solidFill>
              <a:srgbClr val="009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19050" bIns="19050"/>
          <a:lstStyle/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>• CITO tem 9,6 pessoas por gestor, quase o dobro da média de 5,1, e é onde está o maior time da casa: 27 reportes diretos no Head of Operation.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CCO tem 2,4 pessoas por gestor: 8 gestores para 19 pessoas, com quatro Heads de indústria liderando 2 pessoas ou menos.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COO concentra 155 das 336 pessoas e 6 níveis, a única diretoria que desce até o L8; as outras param no L5 ou L6.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6 pessoas têm título de chefia sem nenhum liderado, 6 gestores lideram uma única pessoa e quatro Team Leaders lideram outros Team Leaders com o título idêntico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Onde a liderança trava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Camada de liderança: onde ela está duplicada, onde está vazia e onde falta contratar. Nenhum desses pontos aparece no deck de vagas.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Fonte: Colaboradores-factorial (3) — organograma out/26; planilha de vagas (21/10); Base Setembro/26 (RH); Draft 23 Out 26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191500" y="1190625"/>
            <a:ext cx="3657600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>
                <a:solidFill>
                  <a:srgbClr val="005E9E"/>
                </a:solidFill>
                <a:latin typeface="Arial"/>
              </a:rPr>
              <a:t>Para discussão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" y="1476375"/>
            <a:ext cx="2752725" cy="26670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7625" rIns="47625" tIns="19050" bIns="1905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1. Título de chefia sem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" y="1781175"/>
            <a:ext cx="2752725" cy="171450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5725" rIns="85725" tIns="19050" bIns="19050"/>
          <a:lstStyle/>
          <a:p>
            <a:pPr algn="l"/>
            <a:r>
              <a:rPr sz="850" b="0">
                <a:solidFill>
                  <a:srgbClr val="333333"/>
                </a:solidFill>
                <a:latin typeface="Arial"/>
              </a:rPr>
              <a:t>• 6 pessoas com cargo de Head, Manager ou Team Leader e zero liderados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2 são Heads: Revenue Management e um BD Manager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Magno Bezerra (Airport Operations Manager) é um deles — e o draft risca a caixa dele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Decisão: o título reflete a função ou precisa ser revisto?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86125" y="1476375"/>
            <a:ext cx="2752725" cy="26670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7625" rIns="47625" tIns="19050" bIns="1905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2. Camada que não se paga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86125" y="1781175"/>
            <a:ext cx="2752725" cy="171450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5725" rIns="85725" tIns="19050" bIns="19050"/>
          <a:lstStyle/>
          <a:p>
            <a:pPr algn="l"/>
            <a:r>
              <a:rPr sz="850" b="0">
                <a:solidFill>
                  <a:srgbClr val="333333"/>
                </a:solidFill>
                <a:latin typeface="Arial"/>
              </a:rPr>
              <a:t>• 6 gestores lideram uma única pessoa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Yuri Torreao (Head of Energy) e Cristiane Giovanelli (Total Rewards TL) entre eles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Cada um custa um nível inteiro de hierarquia para coordenar 1 pessoa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Decisão: juntar os times ou assumir a carteira direto?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9350" y="1476375"/>
            <a:ext cx="2752725" cy="26670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7625" rIns="47625" tIns="19050" bIns="1905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3. Team Leader liderando Team Leader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81175"/>
            <a:ext cx="2752725" cy="171450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5725" rIns="85725" tIns="19050" bIns="19050"/>
          <a:lstStyle/>
          <a:p>
            <a:pPr algn="l"/>
            <a:r>
              <a:rPr sz="850" b="0">
                <a:solidFill>
                  <a:srgbClr val="333333"/>
                </a:solidFill>
                <a:latin typeface="Arial"/>
              </a:rPr>
              <a:t>• Gabriella Pereira e Pamela Ibarra lideram 4 Team Leaders com o mesmo título de Air Freight Operations Team Leader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São 4 camadas de TL dentro de Operações Aéreo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O draft risca com X exatamente a Gabriella e a Pamela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Decisão: qual é a senioridade real de cada camada?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2575" y="1476375"/>
            <a:ext cx="2390775" cy="266700"/>
          </a:xfrm>
          <a:prstGeom prst="roundRect">
            <a:avLst>
              <a:gd name="adj" fmla="val 8000"/>
            </a:avLst>
          </a:prstGeom>
          <a:solidFill>
            <a:srgbClr val="00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7625" rIns="47625" tIns="19050" bIns="1905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4. Chefia a contratar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2575" y="1781175"/>
            <a:ext cx="2390775" cy="1714500"/>
          </a:xfrm>
          <a:prstGeom prst="roundRect">
            <a:avLst>
              <a:gd name="adj" fmla="val 8000"/>
            </a:avLst>
          </a:prstGeom>
          <a:solidFill>
            <a:srgbClr val="E5F0F8"/>
          </a:solidFill>
          <a:ln w="12700">
            <a:solidFill>
              <a:srgbClr val="005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5725" rIns="85725" tIns="19050" bIns="19050"/>
          <a:lstStyle/>
          <a:p>
            <a:pPr algn="l"/>
            <a:r>
              <a:rPr sz="850" b="0">
                <a:solidFill>
                  <a:srgbClr val="333333"/>
                </a:solidFill>
                <a:latin typeface="Arial"/>
              </a:rPr>
              <a:t>• 7 vagas de chefia em aberto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6 sem processo iniciado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A única publicada é o Overland Head (Europa)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3 das 7 estão em Air Product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Inland Freight Europa segue sem 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" y="3600450"/>
            <a:ext cx="11506200" cy="24765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7625" rIns="47625" tIns="19050" bIns="1905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O que precisa de decisão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42900" y="3886200"/>
          <a:ext cx="11506200" cy="1562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3009900"/>
                <a:gridCol w="1905000"/>
                <a:gridCol w="2381250"/>
                <a:gridCol w="2209800"/>
              </a:tblGrid>
              <a:tr h="223157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Ponto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Quem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Onde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Hoje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Decisão pedida</a:t>
                      </a:r>
                    </a:p>
                  </a:txBody>
                  <a:tcPr marL="38100" marR="38100" marT="0" marB="0" anchor="ctr">
                    <a:solidFill>
                      <a:srgbClr val="005E9E"/>
                    </a:solidFill>
                  </a:tcPr>
                </a:tc>
              </a:tr>
              <a:tr h="2231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Maior time da casa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Victor Telles Gonzaga · Head of Operation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L4 · Tecnologia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27 diretos, 37 pessoas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Quebrar em camadas ou manter?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231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TL sobre TL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Gabriella Pereira e Pamela Ibarra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L6 · Operações Aéreo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4 TLs de título idêntico abaixo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Definir a senioridade de cada camada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</a:tr>
              <a:tr h="2231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Gestor de uma pessoa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6 gestores, de L4 a L7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5 diretorias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1 liderado cada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Juntar times ou assumir carteira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231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Título sem time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6 pessoas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L4 a L6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0 liderados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Revisar cargo ou atribuir equipe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</a:tr>
              <a:tr h="2231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Bloco sem liderança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Inland Freight Europa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Operações Aéreo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4 pessoas, 4 vagas, nenhum TL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Abrir a vaga de TL da Europa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2315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Chefia a contratar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7 vagas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4 diretorias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6 sem processo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Arial"/>
                        </a:rPr>
                        <a:t>Pré-aprovar faixa e budget</a:t>
                      </a:r>
                    </a:p>
                  </a:txBody>
                  <a:tcPr marL="38100" marR="38100" marT="0" marB="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342900" y="5562600"/>
            <a:ext cx="11506200" cy="647700"/>
          </a:xfrm>
          <a:prstGeom prst="roundRect">
            <a:avLst>
              <a:gd name="adj" fmla="val 8000"/>
            </a:avLst>
          </a:prstGeom>
          <a:solidFill>
            <a:srgbClr val="D9F2E9"/>
          </a:solidFill>
          <a:ln w="12700">
            <a:solidFill>
              <a:srgbClr val="009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5250" rIns="95250" tIns="19050" bIns="19050"/>
          <a:lstStyle/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>• O deck de vagas mostra quantas pessoas faltam. Este mostra que, mesmo com o quadro cheio, a camada de liderança não está resolvida: 12 posições de chefia hoje não correspondem à função.</a:t>
            </a:r>
          </a:p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• As três caixas que o draft risca com X (Magno Bezerra, Gabriella Pereira e Pamela Ibarra) são justamente pontos desta lista — a reorganização já começou no papel, só não está escrita.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32298" y="4693093"/>
            <a:ext cx="7259701" cy="2164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74757" y="5461584"/>
            <a:ext cx="1736242" cy="975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89350" y="1881165"/>
            <a:ext cx="3148872" cy="13264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62324" y="1877402"/>
            <a:ext cx="3107226" cy="12825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607271" y="1877402"/>
            <a:ext cx="3677894" cy="12825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522886" y="1877402"/>
            <a:ext cx="3677894" cy="12825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074538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PLORISREVISION" val="0"/>
  <p:tag name="THINKCELLUNDODONOTDELETE" val="0"/>
  <p:tag name="THINKCELLPRESENTATIONDONOTDELETE" val="&lt;?xml version=&quot;1.0&quot; encoding=&quot;UTF-16&quot; standalone=&quot;yes&quot;?&gt;&lt;root reqver=&quot;28224&quot;&gt;&lt;version val=&quot;3560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%m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3&quot;&gt;&lt;elem m_fUsage=&quot;3.07928112869461489964E+00&quot;&gt;&lt;m_msothmcolidx val=&quot;0&quot;/&gt;&lt;m_rgb r=&quot;E7&quot; g=&quot;EF&quot; b=&quot;EF&quot;/&gt;&lt;/elem&gt;&lt;elem m_fUsage=&quot;2.14582643648100024336E+00&quot;&gt;&lt;m_msothmcolidx val=&quot;0&quot;/&gt;&lt;m_rgb r=&quot;58&quot; g=&quot;BA&quot; b=&quot;BA&quot;/&gt;&lt;/elem&gt;&lt;elem m_fUsage=&quot;1.26753992910000023997E+00&quot;&gt;&lt;m_msothmcolidx val=&quot;0&quot;/&gt;&lt;m_rgb r=&quot;DD&quot; g=&quot;F0&quot; b=&quot;F0&quot;/&gt;&lt;/elem&gt;&lt;elem m_fUsage=&quot;1.12381059609000022448E+00&quot;&gt;&lt;m_msothmcolidx val=&quot;0&quot;/&gt;&lt;m_rgb r=&quot;D6&quot; g=&quot;EE&quot; b=&quot;EE&quot;/&gt;&lt;/elem&gt;&lt;elem m_fUsage=&quot;9.00000000000000022204E-01&quot;&gt;&lt;m_msothmcolidx val=&quot;0&quot;/&gt;&lt;m_rgb r=&quot;42&quot; g=&quot;C7&quot; b=&quot;C7&quot;/&gt;&lt;/elem&gt;&lt;elem m_fUsage=&quot;4.82081938222827299789E-01&quot;&gt;&lt;m_msothmcolidx val=&quot;0&quot;/&gt;&lt;m_rgb r=&quot;A6&quot; g=&quot;A6&quot; b=&quot;A6&quot;/&gt;&lt;/elem&gt;&lt;elem m_fUsage=&quot;4.06756461654867840227E-01&quot;&gt;&lt;m_msothmcolidx val=&quot;0&quot;/&gt;&lt;m_rgb r=&quot;D9&quot; g=&quot;D9&quot; b=&quot;D9&quot;/&gt;&lt;/elem&gt;&lt;elem m_fUsage=&quot;2.61592661457161257399E-01&quot;&gt;&lt;m_msothmcolidx val=&quot;0&quot;/&gt;&lt;m_rgb r=&quot;CB&quot; g=&quot;DD&quot; b=&quot;DD&quot;/&gt;&lt;/elem&gt;&lt;elem m_fUsage=&quot;1.85302018885184188735E-01&quot;&gt;&lt;m_msothmcolidx val=&quot;0&quot;/&gt;&lt;m_rgb r=&quot;7F&quot; g=&quot;7F&quot; b=&quot;7F&quot;/&gt;&lt;/elem&gt;&lt;elem m_fUsage=&quot;3.49730471277284182818E-02&quot;&gt;&lt;m_msothmcolidx val=&quot;0&quot;/&gt;&lt;m_rgb r=&quot;72&quot; g=&quot;22&quot; b=&quot;82&quot;/&gt;&lt;/elem&gt;&lt;elem m_fUsage=&quot;1.47808829414346077497E-02&quot;&gt;&lt;m_msothmcolidx val=&quot;0&quot;/&gt;&lt;m_rgb r=&quot;F1&quot; g=&quot;F1&quot; b=&quot;F1&quot;/&gt;&lt;/elem&gt;&lt;elem m_fUsage=&quot;1.07752636643058292976E-02&quot;&gt;&lt;m_msothmcolidx val=&quot;0&quot;/&gt;&lt;m_rgb r=&quot;E5&quot; g=&quot;DD&quot; b=&quot;D5&quot;/&gt;&lt;/elem&gt;&lt;elem m_fUsage=&quot;8.72796356808772273717E-03&quot;&gt;&lt;m_msothmcolidx val=&quot;0&quot;/&gt;&lt;m_rgb r=&quot;B9&quot; g=&quot;BD&quot; b=&quot;00&quot;/&gt;&lt;/elem&gt;&lt;/m_vecMRU&gt;&lt;/m_mruColor&gt;&lt;m_eweekdayFirstOfWeek val=&quot;2&quot;/&gt;&lt;m_eweekdayFirstOfWorkweek val=&quot;2&quot;/&gt;&lt;m_eweekdayFirstOfWeekend val=&quot;7&quot;/&gt;&lt;/CPresentation&gt;&lt;/root&gt;"/>
  <p:tag name="GRUNT-HP-GEHF7K" val="MgIAAA=="/>
  <p:tag name="POWER_USER_PPT_AGENDA_PRESENTATION_TABLE_OF_CONTENT_STYLE_TAG" val="1"/>
  <p:tag name="POWER_USER_PPT_AGENDA_PRESENTATION_DIVIDERS_STYLE_TAG" val="POWER_USER_LAYOUT_DIVIDER_CUSTOM"/>
  <p:tag name="POWER_USER_PPT_AGENDA_PRESENTATION_SHOULD_CREATE_TABLE_OF_CONTENT_TAG" val="0"/>
  <p:tag name="POWER_USER_PPT_AGENDA_PRESENTATION_SHOW_SECTION_NUMBERS_CHECKED_TAG" val="1"/>
  <p:tag name="POWER_USER_PPT_AGENDA_PRESENTATION_DIVIDERS_CHECKED_TAG" val="0"/>
  <p:tag name="POWER_USER_PPT_AGENDA_PRESENTATION_TITLE_TEXT_TAG" val="POWER_USER_PPT_AGENDA_PRESENTATION_EMPTY_TITLE_TEXT_TAG"/>
  <p:tag name="POWER_USER_PPT_AGENDA_PRESENTATION_TABLE_OF_CONTENT_CHECKED_TAG" val="1"/>
  <p:tag name="POWER_USER_CONTEXTUAL_SHAPES_AGENDA_DESIGNER" val="{&quot;Divider1&quot;:{&quot;Title&quot;:{&quot;AutoShapeType&quot;:1,&quot;Visible&quot;:-1,&quot;LockAspectRatio&quot;:0,&quot;CanUpdateAdjustments&quot;:true,&quot;Adjustment1&quot;:-1.0,&quot;Adjustment2&quot;:-1.0,&quot;CanManagePosition&quot;:true,&quot;Left&quot;:240.0,&quot;Top&quot;:216.0,&quot;Width&quot;:700.0,&quot;Height&quot;:108.0,&quot;Rotation&quot;:-1.0,&quot;TextFrame2AutoSize&quot;:1,&quot;TextFrame2TextRangeFontName&quot;:&quot;&quot;,&quot;TextFrameMarginTop&quot;:0.0,&quot;TextFrameMarginLeft&quot;:0.0,&quot;TextFrameMarginRight&quot;:0.0,&quot;TextFrameMarginBottom&quot;:0.0,&quot;TextFrameWordWrap&quot;:-1,&quot;TextFrameTextRangeFontSize&quot;:30.0,&quot;TextFrameTextRangeFontColorHexa&quot;:&quot;#000000&quot;,&quot;TextFrameTextRangeFontBold&quot;:0,&quot;TextFrameTextRangeFontItalic&quot;:0,&quot;TextFrameTextRangeFontUnderline&quot;:0,&quot;TextFrameVerticalAnchor&quot;:1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Number&quot;:{&quot;AutoShapeType&quot;:1,&quot;Visible&quot;:-1,&quot;LockAspectRatio&quot;:0,&quot;CanUpdateAdjustments&quot;:true,&quot;Adjustment1&quot;:-1.0,&quot;Adjustment2&quot;:-1.0,&quot;CanManagePosition&quot;:true,&quot;Left&quot;:115.2,&quot;Top&quot;:216.0,&quot;Width&quot;:81.0,&quot;Height&quot;:8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30.0,&quot;TextFrameTextRangeFontColorHexa&quot;:&quot;#FFFFFF&quot;,&quot;TextFrameTextRangeFontBold&quot;:0,&quot;TextFrameTextRangeFontItalic&quot;:0,&quot;TextFrameTextRangeFontUnderline&quot;:0,&quot;TextFrameVerticalAnchor&quot;:3,&quot;TextFrameHorizontalAnchor&quot;:2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true},&quot;Line&quot;:{&quot;AutoShapeType&quot;:1,&quot;Visible&quot;:-1,&quot;LockAspectRatio&quot;:0,&quot;CanUpdateAdjustments&quot;:true,&quot;Adjustment1&quot;:-1.0,&quot;Adjustment2&quot;:-1.0,&quot;CanManagePosition&quot;:true,&quot;Left&quot;:240.0,&quot;Top&quot;:331.0,&quot;Width&quot;:700.0,&quot;Height&quot;:0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0.0,&quot;LineDashStyle&quot;:1,&quot;LineEndArrowheadStyle&quot;:1,&quot;LineBeginArrowheadStyle&quot;:1,&quot;ShouldSendToBack&quot;:false,&quot;NeedsApplyToAll&quot;:false}},&quot;TableOfContent1&quot;:{&quot;MarginLeft&quot;:76.8,&quot;MarginRight&quot;:453.942841,&quot;MarginTop&quot;:160.99379,&quot;MarginBottom&quot;:117.391327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Arial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1,&quot;ZOrderPosition&quot;:2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1,&quot;ZOrderPosition&quot;:4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Back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0,&quot;ZOrderPosition&quot;:1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true,&quot;NeedsApplyToAll&quot;:false},&quot;Inactiv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,&quot;CoverPag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},&quot;Number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2,&quot;ZOrderPosition&quot;:20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D9D9D9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},&quot;TableOfContent3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Lin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,&quot;TableOfContent4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Arc&quot;:{&quot;AutoShapeType&quot;:25,&quot;Visible&quot;:-1,&quot;LockAspectRatio&quot;:0,&quot;CanUpdateAdjustments&quot;:fals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Main_Analytics">
  <a:themeElements>
    <a:clrScheme name="OCC2017">
      <a:dk1>
        <a:srgbClr val="000000"/>
      </a:dk1>
      <a:lt1>
        <a:srgbClr val="FFFFFF"/>
      </a:lt1>
      <a:dk2>
        <a:srgbClr val="FF8E2E"/>
      </a:dk2>
      <a:lt2>
        <a:srgbClr val="1D368E"/>
      </a:lt2>
      <a:accent1>
        <a:srgbClr val="43CFF6"/>
      </a:accent1>
      <a:accent2>
        <a:srgbClr val="99D5D5"/>
      </a:accent2>
      <a:accent3>
        <a:srgbClr val="B29C86"/>
      </a:accent3>
      <a:accent4>
        <a:srgbClr val="009796"/>
      </a:accent4>
      <a:accent5>
        <a:srgbClr val="FF5A43"/>
      </a:accent5>
      <a:accent6>
        <a:srgbClr val="E6DCD7"/>
      </a:accent6>
      <a:hlink>
        <a:srgbClr val="B29C86"/>
      </a:hlink>
      <a:folHlink>
        <a:srgbClr val="0097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4"/>
          </a:solidFill>
        </a:ln>
        <a:effectLst/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4"/>
          </a:solidFill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Fake Orange">
      <a:srgbClr val="FF9C8E"/>
    </a:custClr>
    <a:custClr name="Lime Green">
      <a:srgbClr val="C6D02C"/>
    </a:custClr>
    <a:custClr name="OC&amp;C Purple">
      <a:srgbClr val="63277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Light Gray">
      <a:srgbClr val="C0C0C0"/>
    </a:custClr>
    <a:custClr name="Medium Gray">
      <a:srgbClr val="969696"/>
    </a:custClr>
    <a:custClr name="Dark Gray">
      <a:srgbClr val="80808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eal 1">
      <a:srgbClr val="99D5D5"/>
    </a:custClr>
    <a:custClr name="Teal 2">
      <a:srgbClr val="6CC0C0"/>
    </a:custClr>
    <a:custClr name="Teal 3">
      <a:srgbClr val="48A6A6"/>
    </a:custClr>
    <a:custClr name="Teal 4">
      <a:srgbClr val="3F8E8C"/>
    </a:custClr>
    <a:custClr name="Teal 5">
      <a:srgbClr val="33726D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aupe 1">
      <a:srgbClr val="E6DCD7"/>
    </a:custClr>
    <a:custClr name="Taupe 2">
      <a:srgbClr val="D7C8BE"/>
    </a:custClr>
    <a:custClr name="Taupe 3">
      <a:srgbClr val="BEAA96"/>
    </a:custClr>
    <a:custClr name="Taupe 4">
      <a:srgbClr val="968C78"/>
    </a:custClr>
    <a:custClr name="Taupe 5">
      <a:srgbClr val="82786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raffic Light Green">
      <a:srgbClr val="92D050"/>
    </a:custClr>
    <a:custClr name="Traffic Light Yellow">
      <a:srgbClr val="FFC000"/>
    </a:custClr>
    <a:custClr name="Traffic Light Red">
      <a:srgbClr val="C0000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e595a2655564a8939bbbd867e2414004 [Read-Only]" id="{AAEB0047-284A-43E4-A725-840A069D86DC}" vid="{8778A659-AD6D-4509-BAE5-229D2A2066C4}"/>
    </a:ext>
  </a:extLst>
</a:theme>
</file>

<file path=ppt/theme/theme2.xml><?xml version="1.0" encoding="utf-8"?>
<a:theme xmlns:a="http://schemas.openxmlformats.org/drawingml/2006/main" name="Main_Analytics [1792534067595]">
  <a:themeElements>
    <a:clrScheme name="DMS Logistics">
      <a:dk1>
        <a:srgbClr val="000000"/>
      </a:dk1>
      <a:lt1>
        <a:srgbClr val="FFFFFF"/>
      </a:lt1>
      <a:dk2>
        <a:srgbClr val="FF8E2E"/>
      </a:dk2>
      <a:lt2>
        <a:srgbClr val="00366C"/>
      </a:lt2>
      <a:accent1>
        <a:srgbClr val="00ACEE"/>
      </a:accent1>
      <a:accent2>
        <a:srgbClr val="7FCBEF"/>
      </a:accent2>
      <a:accent3>
        <a:srgbClr val="B29C86"/>
      </a:accent3>
      <a:accent4>
        <a:srgbClr val="005E9E"/>
      </a:accent4>
      <a:accent5>
        <a:srgbClr val="FF5A43"/>
      </a:accent5>
      <a:accent6>
        <a:srgbClr val="E6DCD7"/>
      </a:accent6>
      <a:hlink>
        <a:srgbClr val="B29C86"/>
      </a:hlink>
      <a:folHlink>
        <a:srgbClr val="005E9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4"/>
          </a:solidFill>
        </a:ln>
        <a:effectLst/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4"/>
          </a:solidFill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Fake Orange">
      <a:srgbClr val="FF9C8E"/>
    </a:custClr>
    <a:custClr name="Lime Green">
      <a:srgbClr val="C6D02C"/>
    </a:custClr>
    <a:custClr name="OC&amp;C Purple">
      <a:srgbClr val="63277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Light Gray">
      <a:srgbClr val="C0C0C0"/>
    </a:custClr>
    <a:custClr name="Medium Gray">
      <a:srgbClr val="969696"/>
    </a:custClr>
    <a:custClr name="Dark Gray">
      <a:srgbClr val="80808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eal 1">
      <a:srgbClr val="99D5D5"/>
    </a:custClr>
    <a:custClr name="Teal 2">
      <a:srgbClr val="6CC0C0"/>
    </a:custClr>
    <a:custClr name="Teal 3">
      <a:srgbClr val="48A6A6"/>
    </a:custClr>
    <a:custClr name="Teal 4">
      <a:srgbClr val="3F8E8C"/>
    </a:custClr>
    <a:custClr name="Teal 5">
      <a:srgbClr val="33726D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aupe 1">
      <a:srgbClr val="E6DCD7"/>
    </a:custClr>
    <a:custClr name="Taupe 2">
      <a:srgbClr val="D7C8BE"/>
    </a:custClr>
    <a:custClr name="Taupe 3">
      <a:srgbClr val="BEAA96"/>
    </a:custClr>
    <a:custClr name="Taupe 4">
      <a:srgbClr val="968C78"/>
    </a:custClr>
    <a:custClr name="Taupe 5">
      <a:srgbClr val="82786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raffic Light Green">
      <a:srgbClr val="92D050"/>
    </a:custClr>
    <a:custClr name="Traffic Light Yellow">
      <a:srgbClr val="FFC000"/>
    </a:custClr>
    <a:custClr name="Traffic Light Red">
      <a:srgbClr val="C0000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e595a2655564a8939bbbd867e2414004 [Read-Only]" id="{AAEB0047-284A-43E4-A725-840A069D86DC}" vid="{8778A659-AD6D-4509-BAE5-229D2A2066C4}"/>
    </a:ext>
  </a:extLst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111F20-489D-423F-8669-23E3111AA1D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6ae7422-7103-4ba2-b850-d7dcf422d67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6190</TotalTime>
  <Words>1158</Words>
  <Application>Microsoft Office PowerPoint</Application>
  <PresentationFormat>Widescreen</PresentationFormat>
  <Paragraphs>155</Paragraphs>
  <Slides>5</Slides>
  <Notes>3</Notes>
  <HiddenSlides>1</HiddenSlides>
  <MMClips>0</MMClip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7" baseType="lpstr">
      <vt:lpstr>Main_Analytics</vt:lpstr>
      <vt:lpstr>Main_Analytics [1792534067595]</vt:lpstr>
      <vt:lpstr>Apresentação do PowerPoint</vt:lpstr>
      <vt:lpstr>A estrutura desejada contempla 7 analistas um TL, objetivo da estrutura são as tratativas e gestão das atividades relacionados ao agenciamento de carga. </vt:lpstr>
      <vt:lpstr>As vagas da DMS exigem perfis de rotina e controle, que executem os processos definidos no melhor SLA possível e proativamente atuem para mitigar os riscos/danos</vt:lpstr>
      <vt:lpstr>Apresentação do PowerPoint</vt:lpstr>
      <vt:lpstr>A estrutura desejada contempla 7 analistas e somente um TL, entretanto quando olhamos os embarques há espaço para termos 2 TL e os mesmos 4 analistas atuais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Tratamento de Dados do Pro-Frotas</dc:title>
  <dc:creator>Joao Victor Lopes De Paula</dc:creator>
  <cp:keywords/>
  <cp:lastModifiedBy>Gilberto  Volpe</cp:lastModifiedBy>
  <cp:revision>17</cp:revision>
  <dcterms:created xsi:type="dcterms:W3CDTF">2023-01-09T20:59:58Z</dcterms:created>
  <dcterms:modified xsi:type="dcterms:W3CDTF">2026-10-22T14:11:55Z</dcterms:modified>
</cp:coreProperties>
</file>