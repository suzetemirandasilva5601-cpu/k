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9" r:id="rId16"/>
    <p:sldId id="271" r:id="rId17"/>
    <p:sldId id="272" r:id="rId18"/>
    <p:sldId id="273" r:id="rId19"/>
    <p:sldId id="274" r:id="rId20"/>
    <p:sldId id="275" r:id="rId21"/>
    <p:sldId id="276" r:id="rId22"/>
    <p:sldId id="300" r:id="rId23"/>
    <p:sldId id="277" r:id="rId24"/>
    <p:sldId id="278" r:id="rId25"/>
    <p:sldId id="279" r:id="rId26"/>
    <p:sldId id="280" r:id="rId27"/>
    <p:sldId id="301" r:id="rId28"/>
    <p:sldId id="302" r:id="rId29"/>
    <p:sldId id="281" r:id="rId30"/>
    <p:sldId id="282" r:id="rId31"/>
    <p:sldId id="283" r:id="rId32"/>
    <p:sldId id="284" r:id="rId33"/>
    <p:sldId id="285" r:id="rId34"/>
    <p:sldId id="286" r:id="rId35"/>
    <p:sldId id="303" r:id="rId36"/>
    <p:sldId id="287" r:id="rId37"/>
    <p:sldId id="289" r:id="rId38"/>
    <p:sldId id="290" r:id="rId39"/>
    <p:sldId id="291" r:id="rId40"/>
    <p:sldId id="292" r:id="rId41"/>
    <p:sldId id="304" r:id="rId42"/>
    <p:sldId id="305" r:id="rId43"/>
    <p:sldId id="294" r:id="rId44"/>
    <p:sldId id="306" r:id="rId45"/>
    <p:sldId id="293" r:id="rId46"/>
    <p:sldId id="295" r:id="rId47"/>
    <p:sldId id="337" r:id="rId48"/>
    <p:sldId id="296" r:id="rId49"/>
    <p:sldId id="297" r:id="rId50"/>
    <p:sldId id="298" r:id="rId51"/>
    <p:sldId id="307" r:id="rId52"/>
    <p:sldId id="308" r:id="rId53"/>
    <p:sldId id="309" r:id="rId54"/>
    <p:sldId id="310" r:id="rId55"/>
    <p:sldId id="311" r:id="rId56"/>
    <p:sldId id="312" r:id="rId57"/>
    <p:sldId id="319" r:id="rId58"/>
    <p:sldId id="316" r:id="rId59"/>
    <p:sldId id="317" r:id="rId60"/>
    <p:sldId id="318" r:id="rId61"/>
    <p:sldId id="320" r:id="rId62"/>
    <p:sldId id="321" r:id="rId63"/>
    <p:sldId id="322" r:id="rId64"/>
    <p:sldId id="323" r:id="rId65"/>
    <p:sldId id="324" r:id="rId66"/>
    <p:sldId id="325" r:id="rId67"/>
    <p:sldId id="313" r:id="rId68"/>
    <p:sldId id="314" r:id="rId69"/>
    <p:sldId id="315" r:id="rId70"/>
    <p:sldId id="326" r:id="rId71"/>
    <p:sldId id="327" r:id="rId72"/>
    <p:sldId id="328" r:id="rId73"/>
    <p:sldId id="329" r:id="rId74"/>
    <p:sldId id="336" r:id="rId75"/>
    <p:sldId id="330" r:id="rId7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23T21:26:55.441"/>
    <p1510:client id="{55A795F2-6FF2-D3C7-B9D3-9D78B3F6F150}" v="10" dt="2026-10-23T20:39:04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Lucato" userId="S::mlucato@atyconsulting.com::8e289e5b-9758-4658-b254-46f5eefe8750" providerId="AD" clId="Web-{55A795F2-6FF2-D3C7-B9D3-9D78B3F6F150}"/>
    <pc:docChg chg="modSld">
      <pc:chgData name="Matteo Lucato" userId="S::mlucato@atyconsulting.com::8e289e5b-9758-4658-b254-46f5eefe8750" providerId="AD" clId="Web-{55A795F2-6FF2-D3C7-B9D3-9D78B3F6F150}" dt="2026-10-23T20:39:04.185" v="9" actId="1076"/>
      <pc:docMkLst>
        <pc:docMk/>
      </pc:docMkLst>
      <pc:sldChg chg="modSp">
        <pc:chgData name="Matteo Lucato" userId="S::mlucato@atyconsulting.com::8e289e5b-9758-4658-b254-46f5eefe8750" providerId="AD" clId="Web-{55A795F2-6FF2-D3C7-B9D3-9D78B3F6F150}" dt="2026-10-23T20:39:04.185" v="9" actId="1076"/>
        <pc:sldMkLst>
          <pc:docMk/>
          <pc:sldMk cId="1683741435" sldId="258"/>
        </pc:sldMkLst>
        <pc:picChg chg="mod">
          <ac:chgData name="Matteo Lucato" userId="S::mlucato@atyconsulting.com::8e289e5b-9758-4658-b254-46f5eefe8750" providerId="AD" clId="Web-{55A795F2-6FF2-D3C7-B9D3-9D78B3F6F150}" dt="2026-10-23T20:39:04.185" v="9" actId="1076"/>
          <ac:picMkLst>
            <pc:docMk/>
            <pc:sldMk cId="1683741435" sldId="258"/>
            <ac:picMk id="3" creationId="{9FCAF65A-A318-751E-7FCD-4020A0DD66A9}"/>
          </ac:picMkLst>
        </pc:picChg>
      </pc:sldChg>
      <pc:sldChg chg="modSp">
        <pc:chgData name="Matteo Lucato" userId="S::mlucato@atyconsulting.com::8e289e5b-9758-4658-b254-46f5eefe8750" providerId="AD" clId="Web-{55A795F2-6FF2-D3C7-B9D3-9D78B3F6F150}" dt="2026-10-23T18:59:05.153" v="1" actId="14100"/>
        <pc:sldMkLst>
          <pc:docMk/>
          <pc:sldMk cId="190062692" sldId="268"/>
        </pc:sldMkLst>
        <pc:picChg chg="mod">
          <ac:chgData name="Matteo Lucato" userId="S::mlucato@atyconsulting.com::8e289e5b-9758-4658-b254-46f5eefe8750" providerId="AD" clId="Web-{55A795F2-6FF2-D3C7-B9D3-9D78B3F6F150}" dt="2026-10-23T18:59:05.153" v="1" actId="14100"/>
          <ac:picMkLst>
            <pc:docMk/>
            <pc:sldMk cId="190062692" sldId="268"/>
            <ac:picMk id="3" creationId="{0D02655F-D0F1-C331-5D33-B77EAA106737}"/>
          </ac:picMkLst>
        </pc:picChg>
      </pc:sldChg>
      <pc:sldChg chg="modSp">
        <pc:chgData name="Matteo Lucato" userId="S::mlucato@atyconsulting.com::8e289e5b-9758-4658-b254-46f5eefe8750" providerId="AD" clId="Web-{55A795F2-6FF2-D3C7-B9D3-9D78B3F6F150}" dt="2026-10-23T19:33:01.957" v="4" actId="1076"/>
        <pc:sldMkLst>
          <pc:docMk/>
          <pc:sldMk cId="3460347714" sldId="289"/>
        </pc:sldMkLst>
        <pc:picChg chg="mod">
          <ac:chgData name="Matteo Lucato" userId="S::mlucato@atyconsulting.com::8e289e5b-9758-4658-b254-46f5eefe8750" providerId="AD" clId="Web-{55A795F2-6FF2-D3C7-B9D3-9D78B3F6F150}" dt="2026-10-23T19:33:01.957" v="4" actId="1076"/>
          <ac:picMkLst>
            <pc:docMk/>
            <pc:sldMk cId="3460347714" sldId="289"/>
            <ac:picMk id="3" creationId="{5D11A3D8-E526-455C-5793-B961537607E0}"/>
          </ac:picMkLst>
        </pc:picChg>
      </pc:sldChg>
      <pc:sldChg chg="modSp">
        <pc:chgData name="Matteo Lucato" userId="S::mlucato@atyconsulting.com::8e289e5b-9758-4658-b254-46f5eefe8750" providerId="AD" clId="Web-{55A795F2-6FF2-D3C7-B9D3-9D78B3F6F150}" dt="2026-10-23T19:53:08.087" v="5" actId="14100"/>
        <pc:sldMkLst>
          <pc:docMk/>
          <pc:sldMk cId="3591240637" sldId="315"/>
        </pc:sldMkLst>
        <pc:picChg chg="mod">
          <ac:chgData name="Matteo Lucato" userId="S::mlucato@atyconsulting.com::8e289e5b-9758-4658-b254-46f5eefe8750" providerId="AD" clId="Web-{55A795F2-6FF2-D3C7-B9D3-9D78B3F6F150}" dt="2026-10-23T19:53:08.087" v="5" actId="14100"/>
          <ac:picMkLst>
            <pc:docMk/>
            <pc:sldMk cId="3591240637" sldId="315"/>
            <ac:picMk id="7" creationId="{E39D664A-E9B0-CF1F-E210-836583AC97A9}"/>
          </ac:picMkLst>
        </pc:picChg>
      </pc:sldChg>
    </pc:docChg>
  </pc:docChgLst>
  <pc:docChgLst>
    <pc:chgData name="Matteo Lucato" userId="S::mlucato@atyconsulting.com::8e289e5b-9758-4658-b254-46f5eefe8750" providerId="AD" clId="Web-{00000000-0000-0000-0000-000000000000}"/>
    <pc:docChg chg="modSld">
      <pc:chgData name="Matteo Lucato" userId="S::mlucato@atyconsulting.com::8e289e5b-9758-4658-b254-46f5eefe8750" providerId="AD" clId="Web-{00000000-0000-0000-0000-000000000000}" dt="2026-10-23T21:26:55.441" v="3" actId="1076"/>
      <pc:docMkLst>
        <pc:docMk/>
      </pc:docMkLst>
      <pc:sldChg chg="modSp">
        <pc:chgData name="Matteo Lucato" userId="S::mlucato@atyconsulting.com::8e289e5b-9758-4658-b254-46f5eefe8750" providerId="AD" clId="Web-{00000000-0000-0000-0000-000000000000}" dt="2026-10-23T21:26:55.441" v="3" actId="1076"/>
        <pc:sldMkLst>
          <pc:docMk/>
          <pc:sldMk cId="190062692" sldId="268"/>
        </pc:sldMkLst>
        <pc:picChg chg="mod">
          <ac:chgData name="Matteo Lucato" userId="S::mlucato@atyconsulting.com::8e289e5b-9758-4658-b254-46f5eefe8750" providerId="AD" clId="Web-{00000000-0000-0000-0000-000000000000}" dt="2026-10-23T21:26:55.441" v="3" actId="1076"/>
          <ac:picMkLst>
            <pc:docMk/>
            <pc:sldMk cId="190062692" sldId="268"/>
            <ac:picMk id="3" creationId="{0D02655F-D0F1-C331-5D33-B77EAA1067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EB5C2-A49B-A209-F5B4-E741FCCE9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8893BF-809D-6A54-D1C4-B1843E4CB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CD1A48-F9D5-6DF6-19C2-4E4B80D7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AD7D9A-24AC-BAC0-AF17-E4945D85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4990AD-AD01-0D38-C140-E2F9C224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69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C994E-CF64-E2A2-C5B1-57CBFE37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3AEFD-10F9-A5B1-9BD9-D8035DE53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D1573F-F1D7-DEC9-72EE-B55E558A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E5B942-E8A5-54B2-3556-A59D337B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1B3AB6-0601-C48A-711D-42F90A4D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96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24484-97A1-5D4B-5744-7602F279D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38173E-6ADC-29C1-687C-BAF4EB86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1FCCAE-277E-F46C-F063-51A09564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0AF215-43BF-4BB0-8431-6BAAA82C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B38859-4F56-6F0C-23A1-96F25549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2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E84D3-2D09-EECF-080A-62010583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DAA2E1-8702-496E-0611-D69653CA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A2A072-BFC1-635C-2CDF-DED1C0829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DCA000-17D3-1D9E-8F34-A87BDDD3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265790-4C0C-4455-E220-BC5A473B6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E549F0-459E-B081-129A-5CAFBFAD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50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143C7-EEFF-6A71-117E-90836D34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55507D-1D42-73FF-91E3-9AF4BDB1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AD5B24-509D-A6E8-AED8-3EE6059B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BB0381-78B8-D7A3-569F-FE1AA1C86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C2D7A9-3BE3-E291-2A23-07B56D3FB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A9A8D3-47CE-5E15-C0E0-3C3E08DF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5A9314-B8BB-7B2F-0C41-29D6A8A8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26A98E-292E-17E2-55FF-DA8ED136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24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27B17-6F6C-36E6-4756-6FA2CF9C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D3BA649-35D8-CAB4-47FF-D067DA10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6BA8D7-A3C9-41B1-7BB8-D9F04B07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9698A1-0BB3-19D6-8150-2A1AC671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7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BD2FF-8436-3C31-A6E3-D77C94F5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E084E2-CAA6-C44D-4B03-43BD8596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BCCC5B-B91F-CB20-C353-3DA387C7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C91F7-0E90-1166-8A02-6DA9362E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C78028-3098-10B2-634A-93D271D63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44137B-7EF7-68DC-F2EB-9ABD95240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E0481-9DA6-7CE5-5471-27787D02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9DEC8A-7FAC-F77A-3F99-61F87112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275DA0-DCE2-DA28-5924-DAED3790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2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00028-C978-3FED-9522-0D43AD1EA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2CCF53-6C4E-E37A-2416-A3F5C98027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DCFC0-A868-79B2-13F5-4BAF30ACF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7E4E9D-D7A5-CCEF-D416-62BF6C93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20B6B6-C499-2D7B-50FF-90F4BD55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FE1369-B556-2FBF-FA63-DC65BA77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21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C85B7-23F3-B6F0-CDFC-93647E64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78DCFB-C5EB-A6F9-F342-8EC7FACD0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A0F873-3F7B-0852-F1B4-C8E43029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EDF720-C0E3-92A8-6C79-8EDAC71C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10E0D1-68B6-8876-5F69-1EBA6285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85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3385B7-E4D1-A930-5CE0-1E7880C9F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BDEFE2-9FDE-0E2C-C969-39AF0EF4C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627768-9D8C-F6E9-6E83-F89412F6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E16963-4D39-343A-3B9D-83F6F004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38FA7-EF69-0358-677F-389027D6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6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BDABAED-BE8B-CA13-CD72-5DE2D8C8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B89FE-3D72-9DFC-AF72-3C6D18470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0BF553-E402-0B50-E269-69514CCA9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E7FD7-5957-4A7D-A0CB-F379EC3C1C00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0E9FC0-99E6-5682-12A3-6A8299CB4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8C962-7506-286B-3726-6CD588056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471F3-CE83-48E3-913B-2386045236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86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0B85-6AB9-12D6-3F19-688B10E6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F23CF3-6416-0048-9D2A-296AA79E13C5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Estrutura DMS</a:t>
            </a:r>
          </a:p>
        </p:txBody>
      </p:sp>
    </p:spTree>
    <p:extLst>
      <p:ext uri="{BB962C8B-B14F-4D97-AF65-F5344CB8AC3E}">
        <p14:creationId xmlns:p14="http://schemas.microsoft.com/office/powerpoint/2010/main" val="411682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D91D-0F2F-7A98-63B6-FB76B864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D02655F-D0F1-C331-5D33-B77EAA10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71" y="1714752"/>
            <a:ext cx="10046919" cy="298770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9FCA52F-D9E3-C53D-74B1-EDA6087EA2BD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69A466-4959-09A8-401F-25A0EA5D3D16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2F09A02-D423-F56A-9C0D-DD9525A03A7D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C2F1E99A-BEE0-9F34-41A6-37E616A9FDE1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62DC4EF-7B3A-B58D-4864-B0772272B997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A917658-4074-DD32-7AA5-16EFD1C2343A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Produto Aéreo</a:t>
            </a:r>
          </a:p>
        </p:txBody>
      </p:sp>
    </p:spTree>
    <p:extLst>
      <p:ext uri="{BB962C8B-B14F-4D97-AF65-F5344CB8AC3E}">
        <p14:creationId xmlns:p14="http://schemas.microsoft.com/office/powerpoint/2010/main" val="39267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2B59-10E4-EABD-1901-732E3D56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36716B-7A3D-787C-1435-092188EF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784" y="1267724"/>
            <a:ext cx="5656464" cy="432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1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57CC-2F3A-F87A-0DC9-F46E49EE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FCAF65A-A318-751E-7FCD-4020A0DD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28" y="1281008"/>
            <a:ext cx="10914111" cy="430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4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83CE-CCE3-54CB-097B-750AB3DC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03425BF-FCE5-BEB7-23A0-3DBCA2D2C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40" y="2520715"/>
            <a:ext cx="9856120" cy="181657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225CB13-E686-83B7-20EA-5135BD436402}"/>
              </a:ext>
            </a:extLst>
          </p:cNvPr>
          <p:cNvSpPr/>
          <p:nvPr/>
        </p:nvSpPr>
        <p:spPr>
          <a:xfrm>
            <a:off x="892366" y="782198"/>
            <a:ext cx="1421176" cy="683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RD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FFB413-BB35-8E7D-E517-4E547B7DEAF5}"/>
              </a:ext>
            </a:extLst>
          </p:cNvPr>
          <p:cNvSpPr txBox="1"/>
          <p:nvPr/>
        </p:nvSpPr>
        <p:spPr>
          <a:xfrm>
            <a:off x="2434728" y="818912"/>
            <a:ext cx="663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é separada por região - EUA | EUROPA | ASIA</a:t>
            </a:r>
          </a:p>
          <a:p>
            <a:r>
              <a:rPr lang="pt-BR"/>
              <a:t>Precisamos fazer essa abertura </a:t>
            </a:r>
          </a:p>
        </p:txBody>
      </p:sp>
    </p:spTree>
    <p:extLst>
      <p:ext uri="{BB962C8B-B14F-4D97-AF65-F5344CB8AC3E}">
        <p14:creationId xmlns:p14="http://schemas.microsoft.com/office/powerpoint/2010/main" val="290727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DFCB-178B-A764-C255-03610F96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2A62F3-CF26-4BBB-06B2-6EF36E6E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45" y="2631331"/>
            <a:ext cx="10473309" cy="181948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7FAC07A-9378-CEF9-A3B0-25043099ED26}"/>
              </a:ext>
            </a:extLst>
          </p:cNvPr>
          <p:cNvSpPr/>
          <p:nvPr/>
        </p:nvSpPr>
        <p:spPr>
          <a:xfrm>
            <a:off x="892366" y="782198"/>
            <a:ext cx="1421176" cy="683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FD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8C1E49-DF3D-7FD2-5284-64193C84CE64}"/>
              </a:ext>
            </a:extLst>
          </p:cNvPr>
          <p:cNvSpPr txBox="1"/>
          <p:nvPr/>
        </p:nvSpPr>
        <p:spPr>
          <a:xfrm>
            <a:off x="2434728" y="818912"/>
            <a:ext cx="663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é separada por Cliente</a:t>
            </a:r>
          </a:p>
          <a:p>
            <a:r>
              <a:rPr lang="pt-BR"/>
              <a:t>Precisamos fazer essa abertura </a:t>
            </a:r>
          </a:p>
        </p:txBody>
      </p:sp>
    </p:spTree>
    <p:extLst>
      <p:ext uri="{BB962C8B-B14F-4D97-AF65-F5344CB8AC3E}">
        <p14:creationId xmlns:p14="http://schemas.microsoft.com/office/powerpoint/2010/main" val="3817684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1408-B557-7E92-6498-7D99A64A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11246A2-4E22-A315-FC0F-A3F1D15BA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85" y="2229048"/>
            <a:ext cx="9892729" cy="261837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49818CA-1890-6E89-4D93-3835C517C456}"/>
              </a:ext>
            </a:extLst>
          </p:cNvPr>
          <p:cNvSpPr/>
          <p:nvPr/>
        </p:nvSpPr>
        <p:spPr>
          <a:xfrm>
            <a:off x="892366" y="782198"/>
            <a:ext cx="1421176" cy="683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FD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003394-019F-AB6A-AA10-487E63336F14}"/>
              </a:ext>
            </a:extLst>
          </p:cNvPr>
          <p:cNvSpPr txBox="1"/>
          <p:nvPr/>
        </p:nvSpPr>
        <p:spPr>
          <a:xfrm>
            <a:off x="2434728" y="818912"/>
            <a:ext cx="663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é separada por Cliente</a:t>
            </a:r>
          </a:p>
          <a:p>
            <a:r>
              <a:rPr lang="pt-BR"/>
              <a:t>Precisamos fazer essa abertura </a:t>
            </a:r>
          </a:p>
        </p:txBody>
      </p:sp>
    </p:spTree>
    <p:extLst>
      <p:ext uri="{BB962C8B-B14F-4D97-AF65-F5344CB8AC3E}">
        <p14:creationId xmlns:p14="http://schemas.microsoft.com/office/powerpoint/2010/main" val="225551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09F5-7DD2-4517-4074-BD1DEAED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C4626D3-B016-5799-1032-B344C5DE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18" y="1995996"/>
            <a:ext cx="6634163" cy="286600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0A69E20-AE4F-A061-0550-E697AAE9D6D7}"/>
              </a:ext>
            </a:extLst>
          </p:cNvPr>
          <p:cNvSpPr/>
          <p:nvPr/>
        </p:nvSpPr>
        <p:spPr>
          <a:xfrm>
            <a:off x="892365" y="782199"/>
            <a:ext cx="2754217" cy="638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Estratégia </a:t>
            </a:r>
          </a:p>
        </p:txBody>
      </p:sp>
    </p:spTree>
    <p:extLst>
      <p:ext uri="{BB962C8B-B14F-4D97-AF65-F5344CB8AC3E}">
        <p14:creationId xmlns:p14="http://schemas.microsoft.com/office/powerpoint/2010/main" val="2854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100CA-3510-796F-C6A3-3D74D80C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AEE7516-FAE4-4B33-A9B3-1056C314D2B4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Produto Marítimo </a:t>
            </a:r>
          </a:p>
        </p:txBody>
      </p:sp>
    </p:spTree>
    <p:extLst>
      <p:ext uri="{BB962C8B-B14F-4D97-AF65-F5344CB8AC3E}">
        <p14:creationId xmlns:p14="http://schemas.microsoft.com/office/powerpoint/2010/main" val="3406725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090A-6CC3-FFD3-9B34-74D9B442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2B2568B-60FA-896C-350F-D99A138D2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52" y="1688974"/>
            <a:ext cx="8239495" cy="37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8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C9A3-BADF-88A7-6854-0A718298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2770A9F-65E7-C314-3FD6-78421543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53" y="1740030"/>
            <a:ext cx="6935493" cy="373535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B268EB3-9EFC-77F6-0D7B-89EBA7BB6AFF}"/>
              </a:ext>
            </a:extLst>
          </p:cNvPr>
          <p:cNvSpPr/>
          <p:nvPr/>
        </p:nvSpPr>
        <p:spPr>
          <a:xfrm>
            <a:off x="892365" y="782199"/>
            <a:ext cx="2754217" cy="638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Estratégia </a:t>
            </a:r>
          </a:p>
        </p:txBody>
      </p:sp>
    </p:spTree>
    <p:extLst>
      <p:ext uri="{BB962C8B-B14F-4D97-AF65-F5344CB8AC3E}">
        <p14:creationId xmlns:p14="http://schemas.microsoft.com/office/powerpoint/2010/main" val="552020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CBE7-FEB5-7667-6C7D-95A1A253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6D28C9-29FE-75C5-2185-80F52CFE8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3" y="2090282"/>
            <a:ext cx="10951521" cy="267743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864066D-B84F-5FED-8D50-DF814B02D8D6}"/>
              </a:ext>
            </a:extLst>
          </p:cNvPr>
          <p:cNvSpPr/>
          <p:nvPr/>
        </p:nvSpPr>
        <p:spPr>
          <a:xfrm>
            <a:off x="892366" y="782198"/>
            <a:ext cx="1421176" cy="683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FD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D68BBD-D971-A21E-E006-5A92664FFC11}"/>
              </a:ext>
            </a:extLst>
          </p:cNvPr>
          <p:cNvSpPr txBox="1"/>
          <p:nvPr/>
        </p:nvSpPr>
        <p:spPr>
          <a:xfrm>
            <a:off x="2434728" y="818912"/>
            <a:ext cx="663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é separada por Cliente</a:t>
            </a:r>
          </a:p>
          <a:p>
            <a:r>
              <a:rPr lang="pt-BR"/>
              <a:t>Precisamos fazer essa abertura </a:t>
            </a:r>
          </a:p>
        </p:txBody>
      </p:sp>
    </p:spTree>
    <p:extLst>
      <p:ext uri="{BB962C8B-B14F-4D97-AF65-F5344CB8AC3E}">
        <p14:creationId xmlns:p14="http://schemas.microsoft.com/office/powerpoint/2010/main" val="223399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5733-F532-5F3C-FF52-6122D16B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7EFB3B-6EAF-1935-C854-28A76BC5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45" y="2207468"/>
            <a:ext cx="10538909" cy="2871307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1BD064E-1DEF-1C2B-D9FE-E89456FBCAD4}"/>
              </a:ext>
            </a:extLst>
          </p:cNvPr>
          <p:cNvSpPr/>
          <p:nvPr/>
        </p:nvSpPr>
        <p:spPr>
          <a:xfrm>
            <a:off x="892366" y="782198"/>
            <a:ext cx="1421176" cy="683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RD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C14D6C-53A7-CECE-DE4F-945850DB530D}"/>
              </a:ext>
            </a:extLst>
          </p:cNvPr>
          <p:cNvSpPr txBox="1"/>
          <p:nvPr/>
        </p:nvSpPr>
        <p:spPr>
          <a:xfrm>
            <a:off x="2434728" y="818912"/>
            <a:ext cx="663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é separada por região - EUA | EUROPA | ASIA</a:t>
            </a:r>
          </a:p>
          <a:p>
            <a:r>
              <a:rPr lang="pt-BR"/>
              <a:t>Precisamos fazer essa abertura </a:t>
            </a:r>
          </a:p>
        </p:txBody>
      </p:sp>
    </p:spTree>
    <p:extLst>
      <p:ext uri="{BB962C8B-B14F-4D97-AF65-F5344CB8AC3E}">
        <p14:creationId xmlns:p14="http://schemas.microsoft.com/office/powerpoint/2010/main" val="241403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B7F2-A360-071C-BF54-67501B41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0D4CE72-FFF8-4DC2-35F0-0D4FFAE2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1" y="1882198"/>
            <a:ext cx="9130590" cy="26983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746A142-831C-AF92-EABB-2B682CB4E53A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03FBD83-5781-CFEC-0B9E-A34A57F593E4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9C1E5F4-8C5D-EA25-F31F-A523E2320167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390F0BF4-5D83-587D-9CDA-F504EA06629A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19B7346-9335-5A39-5030-14A68C655EDB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88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E948-6CFD-3C20-6DD6-E21C19F8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6246121-A573-2059-7B33-839105B67FA9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1877448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810D-86DA-2A8E-CD75-37D7A551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AFC0B22-1051-6CC7-9202-BD61BA3E5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314" y="1936075"/>
            <a:ext cx="8570723" cy="340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01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9420-29BE-0E54-F5AF-A938BCA7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F007E54-9159-2454-BFB2-9AE33BF36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32" y="1861215"/>
            <a:ext cx="4494336" cy="333836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5EDC842-C6C3-3E14-0DE3-DF9615ADFA76}"/>
              </a:ext>
            </a:extLst>
          </p:cNvPr>
          <p:cNvSpPr/>
          <p:nvPr/>
        </p:nvSpPr>
        <p:spPr>
          <a:xfrm>
            <a:off x="892365" y="782198"/>
            <a:ext cx="2247441" cy="859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Aerospace</a:t>
            </a:r>
          </a:p>
        </p:txBody>
      </p:sp>
    </p:spTree>
    <p:extLst>
      <p:ext uri="{BB962C8B-B14F-4D97-AF65-F5344CB8AC3E}">
        <p14:creationId xmlns:p14="http://schemas.microsoft.com/office/powerpoint/2010/main" val="439312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06EF-A1E1-4A92-5677-1938BE84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AD806D1-DAD4-0C33-F83D-0A08642E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8" y="746728"/>
            <a:ext cx="5257057" cy="536454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448D78B-9456-8733-BAF5-BF0A9C17C033}"/>
              </a:ext>
            </a:extLst>
          </p:cNvPr>
          <p:cNvSpPr/>
          <p:nvPr/>
        </p:nvSpPr>
        <p:spPr>
          <a:xfrm>
            <a:off x="892365" y="782198"/>
            <a:ext cx="2247441" cy="859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Energy</a:t>
            </a:r>
          </a:p>
        </p:txBody>
      </p:sp>
    </p:spTree>
    <p:extLst>
      <p:ext uri="{BB962C8B-B14F-4D97-AF65-F5344CB8AC3E}">
        <p14:creationId xmlns:p14="http://schemas.microsoft.com/office/powerpoint/2010/main" val="3182118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B3D25-DE8C-E2AA-ECB2-93907290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E321E46-210C-B576-D810-C2314BAA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830" y="1319889"/>
            <a:ext cx="7245104" cy="421822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E32D356-4358-D8E7-F4A9-924BCD02D92D}"/>
              </a:ext>
            </a:extLst>
          </p:cNvPr>
          <p:cNvSpPr/>
          <p:nvPr/>
        </p:nvSpPr>
        <p:spPr>
          <a:xfrm>
            <a:off x="374573" y="330506"/>
            <a:ext cx="3117775" cy="859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Vertical, </a:t>
            </a:r>
            <a:r>
              <a:rPr lang="pt-BR" err="1"/>
              <a:t>Hight</a:t>
            </a:r>
            <a:r>
              <a:rPr lang="pt-BR"/>
              <a:t> Tec e Automotivo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E88269-CBDB-7C19-D0B2-F487E03838AF}"/>
              </a:ext>
            </a:extLst>
          </p:cNvPr>
          <p:cNvSpPr/>
          <p:nvPr/>
        </p:nvSpPr>
        <p:spPr>
          <a:xfrm>
            <a:off x="2331830" y="2798284"/>
            <a:ext cx="2335576" cy="32499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D1E79E-517A-6474-1A23-4D513299F7C3}"/>
              </a:ext>
            </a:extLst>
          </p:cNvPr>
          <p:cNvSpPr/>
          <p:nvPr/>
        </p:nvSpPr>
        <p:spPr>
          <a:xfrm>
            <a:off x="5018109" y="2798284"/>
            <a:ext cx="4291143" cy="32499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65FA4A2-F6CB-9316-662F-52CAA8582ABA}"/>
              </a:ext>
            </a:extLst>
          </p:cNvPr>
          <p:cNvSpPr/>
          <p:nvPr/>
        </p:nvSpPr>
        <p:spPr>
          <a:xfrm>
            <a:off x="9463489" y="2798284"/>
            <a:ext cx="2390660" cy="32499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DCB89CE-CBCB-EF1D-B62A-2DD8273C9C37}"/>
              </a:ext>
            </a:extLst>
          </p:cNvPr>
          <p:cNvSpPr/>
          <p:nvPr/>
        </p:nvSpPr>
        <p:spPr>
          <a:xfrm>
            <a:off x="1545923" y="5675523"/>
            <a:ext cx="1221112" cy="745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Vertical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14BBF93-41DC-E64B-4CF2-966CE37047B3}"/>
              </a:ext>
            </a:extLst>
          </p:cNvPr>
          <p:cNvSpPr/>
          <p:nvPr/>
        </p:nvSpPr>
        <p:spPr>
          <a:xfrm>
            <a:off x="4842757" y="5668178"/>
            <a:ext cx="1221112" cy="745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Auto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E16700B-3405-6EA4-1273-0304D11BAC59}"/>
              </a:ext>
            </a:extLst>
          </p:cNvPr>
          <p:cNvSpPr/>
          <p:nvPr/>
        </p:nvSpPr>
        <p:spPr>
          <a:xfrm>
            <a:off x="9463489" y="5668178"/>
            <a:ext cx="1221112" cy="745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Hight</a:t>
            </a:r>
            <a:r>
              <a:rPr lang="pt-BR"/>
              <a:t> Tec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6A61CD2-069A-6B88-FD47-B01FD0B82002}"/>
              </a:ext>
            </a:extLst>
          </p:cNvPr>
          <p:cNvSpPr/>
          <p:nvPr/>
        </p:nvSpPr>
        <p:spPr>
          <a:xfrm>
            <a:off x="9731171" y="3018622"/>
            <a:ext cx="1509310" cy="517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Vaga de TL </a:t>
            </a:r>
          </a:p>
        </p:txBody>
      </p:sp>
    </p:spTree>
    <p:extLst>
      <p:ext uri="{BB962C8B-B14F-4D97-AF65-F5344CB8AC3E}">
        <p14:creationId xmlns:p14="http://schemas.microsoft.com/office/powerpoint/2010/main" val="2479471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1311B-F8A3-4912-2C5C-D30D64A1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1C5920-96FE-D414-AB3F-D5E3E26A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592" y="1644385"/>
            <a:ext cx="5348815" cy="356922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66B1FEE-E796-6137-0CFC-91A77091DB5E}"/>
              </a:ext>
            </a:extLst>
          </p:cNvPr>
          <p:cNvSpPr/>
          <p:nvPr/>
        </p:nvSpPr>
        <p:spPr>
          <a:xfrm>
            <a:off x="749146" y="785070"/>
            <a:ext cx="2247441" cy="859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Healthcare</a:t>
            </a:r>
          </a:p>
        </p:txBody>
      </p:sp>
    </p:spTree>
    <p:extLst>
      <p:ext uri="{BB962C8B-B14F-4D97-AF65-F5344CB8AC3E}">
        <p14:creationId xmlns:p14="http://schemas.microsoft.com/office/powerpoint/2010/main" val="1352632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2ACE-A020-2A9B-5785-FD13F2E9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DE3F5-624F-0365-B21F-17134663A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1" y="1882198"/>
            <a:ext cx="9130590" cy="26983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A20145D-68FC-B9FA-344D-3CFF95F84249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F85DB4D-14E5-BA52-70EC-B613122FA0B8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D2ACA47-28D1-EA66-6767-E624091D0701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0AACCB5-616F-3DAE-8651-0DFC8A7AF2D9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C81F59E-1BEB-0F25-1B79-D506B8C14CE1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543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70BE-0204-0826-E9F3-7D5B7E20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45392E4-992D-8C19-612D-DB07322B6FA3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Tecnologia</a:t>
            </a:r>
          </a:p>
        </p:txBody>
      </p:sp>
    </p:spTree>
    <p:extLst>
      <p:ext uri="{BB962C8B-B14F-4D97-AF65-F5344CB8AC3E}">
        <p14:creationId xmlns:p14="http://schemas.microsoft.com/office/powerpoint/2010/main" val="1881462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B508-B4B3-DDDA-8350-6D5077D2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EE9A54B-5789-485A-E4B8-7A70ABB1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30" y="1384989"/>
            <a:ext cx="5274406" cy="408802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B0B15BF-3A8A-01B1-74FA-FDC4C81C747A}"/>
              </a:ext>
            </a:extLst>
          </p:cNvPr>
          <p:cNvSpPr txBox="1"/>
          <p:nvPr/>
        </p:nvSpPr>
        <p:spPr>
          <a:xfrm>
            <a:off x="509833" y="536923"/>
            <a:ext cx="997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foi ajustada recentemente pela Cleyton – temos que pegar a visão atualizada. </a:t>
            </a:r>
          </a:p>
        </p:txBody>
      </p:sp>
    </p:spTree>
    <p:extLst>
      <p:ext uri="{BB962C8B-B14F-4D97-AF65-F5344CB8AC3E}">
        <p14:creationId xmlns:p14="http://schemas.microsoft.com/office/powerpoint/2010/main" val="1836195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77A5-904E-4703-8C4F-41298479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6EFDDB-3C4B-3467-4A52-048CF8D0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8" y="2357073"/>
            <a:ext cx="12041304" cy="21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42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AA5C0-1EA2-22C2-7297-4EEDE47C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7CD5D5C-8F7F-E705-551C-8D5157CD3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191" y="2087776"/>
            <a:ext cx="2995264" cy="2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94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DE7A-3E22-2CCF-5139-9F04F69B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62306E-B993-7A90-1019-8AC9D52A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1" y="1882198"/>
            <a:ext cx="9130590" cy="26983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062269B-C996-A952-9965-A5389F6A95A2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91BEB4A-3B48-88C5-89E5-4CFE21E996C3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D1E9B68-AD50-7749-E65A-99257E80A922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7826245-EB2B-8707-C9A1-B367AD426750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6A4012F-D590-7D68-C6FF-19CDB3D1CEC2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513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9A24-626F-35D8-DBA3-E0899E69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527898-1EC2-835C-C6E6-DB7B84415042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1429450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CCE78-98D9-9322-D126-21FAC1B1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6F418A1-29B3-C870-A14B-15DC6F26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20" y="2373020"/>
            <a:ext cx="10708928" cy="24523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83E6B6F-32EB-BC4E-DF57-2070A20156B1}"/>
              </a:ext>
            </a:extLst>
          </p:cNvPr>
          <p:cNvSpPr txBox="1"/>
          <p:nvPr/>
        </p:nvSpPr>
        <p:spPr>
          <a:xfrm>
            <a:off x="631019" y="1164884"/>
            <a:ext cx="997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foi ajustada recentemente pela Ana Carol – temos que pegar a visão atualizada. </a:t>
            </a:r>
          </a:p>
        </p:txBody>
      </p:sp>
    </p:spTree>
    <p:extLst>
      <p:ext uri="{BB962C8B-B14F-4D97-AF65-F5344CB8AC3E}">
        <p14:creationId xmlns:p14="http://schemas.microsoft.com/office/powerpoint/2010/main" val="895150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A585-712D-E53B-5A70-ABD7B4AA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13FFB3-C795-B4BB-66E3-FCC2F396A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073" y="2063504"/>
            <a:ext cx="5903853" cy="27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70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16F3-BE2C-B0DF-985C-185C858A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F68D5B0-30B6-4888-92D0-817EBF8AF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125" y="2091120"/>
            <a:ext cx="4197750" cy="267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97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82642-5721-106D-6760-C3220C28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F28A054-69F3-D179-A995-0344D5744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45" y="2621976"/>
            <a:ext cx="9837709" cy="161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87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55AFC-CE4D-4445-91AA-6A6BF5A0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3E9D9E-C6FD-5D66-71C4-80A89AEE9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88" y="1984514"/>
            <a:ext cx="10980223" cy="28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723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42DB-34AF-747F-73A7-0FD8C5C1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FD2B07-F902-1BD1-233F-FAE69393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29" y="2579017"/>
            <a:ext cx="9892942" cy="169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8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DAB3-ADCA-CF10-9283-070159B4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9049E3-779F-4524-8745-2CE6A53C5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1" y="1882198"/>
            <a:ext cx="9130590" cy="26983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D61B705-B5B5-AE8A-26E6-E30332261B1C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0D1556-4128-2B02-944A-143846F62F7B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258C746-1AD0-67B1-13E8-ED80FB609895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814864C-622E-77D1-5BFF-2244AED4B2AA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7318F19-40D1-F579-7918-7811E251815D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864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AB677-CE1F-F1E1-289B-06E305F80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DA28D39-97C4-12A0-45C8-676AAC62D710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RH</a:t>
            </a:r>
          </a:p>
        </p:txBody>
      </p:sp>
    </p:spTree>
    <p:extLst>
      <p:ext uri="{BB962C8B-B14F-4D97-AF65-F5344CB8AC3E}">
        <p14:creationId xmlns:p14="http://schemas.microsoft.com/office/powerpoint/2010/main" val="1206581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D362-A82C-06BB-E8C8-A7995713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11A3D8-E526-455C-5793-B96153760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653" y="2088052"/>
            <a:ext cx="9168769" cy="26818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373E5A1-0221-05BC-1958-2FA988B912AD}"/>
              </a:ext>
            </a:extLst>
          </p:cNvPr>
          <p:cNvSpPr txBox="1"/>
          <p:nvPr/>
        </p:nvSpPr>
        <p:spPr>
          <a:xfrm>
            <a:off x="631019" y="1164884"/>
            <a:ext cx="997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foi ajustada recentemente pela </a:t>
            </a:r>
            <a:r>
              <a:rPr lang="pt-BR" err="1"/>
              <a:t>Karnakis</a:t>
            </a:r>
            <a:r>
              <a:rPr lang="pt-BR"/>
              <a:t> – temos que pegar a visão atualizada. </a:t>
            </a:r>
          </a:p>
        </p:txBody>
      </p:sp>
    </p:spTree>
    <p:extLst>
      <p:ext uri="{BB962C8B-B14F-4D97-AF65-F5344CB8AC3E}">
        <p14:creationId xmlns:p14="http://schemas.microsoft.com/office/powerpoint/2010/main" val="3460347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D7A1-B49D-75AF-B860-BD81C16F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9B7131-53F4-F36E-C682-97DC5316D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651" y="2253753"/>
            <a:ext cx="7732697" cy="23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8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134C-B148-A72B-2D3C-CEB62042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2B2294-2D01-ADCA-0B64-830115F7C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78" y="2364220"/>
            <a:ext cx="10390044" cy="212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62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C7B3-544C-1BFB-6D4D-3F57BB29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27F3D7C-0B8A-0D83-3CA2-24874EDC0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208" y="2287506"/>
            <a:ext cx="6339584" cy="228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527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BA2B-C362-B57C-C7B0-373ACD4D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6F1EE55-39B6-4C76-8B38-688141E1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1" y="1882198"/>
            <a:ext cx="9130590" cy="26983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B468367-3535-2FAB-B8E4-5F4ED74F7957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3F1521D-AEA9-AE5A-1132-265AAE10E10A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3F36D2D-7D4C-2F39-9EFB-8277AB69977A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B1A62565-6AD9-79F6-169A-AACC3FD40CA9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64CC3BF-1B3D-F74D-BF17-CAB15C4E1EE0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999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BB7D-CB59-8423-B27B-A76EEAF4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7C324EC-078A-268C-8FA7-8E99FD046809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Serviços</a:t>
            </a:r>
          </a:p>
          <a:p>
            <a:pPr algn="ctr"/>
            <a:r>
              <a:rPr lang="pt-BR"/>
              <a:t>(Diligenciamento)  </a:t>
            </a:r>
          </a:p>
        </p:txBody>
      </p:sp>
    </p:spTree>
    <p:extLst>
      <p:ext uri="{BB962C8B-B14F-4D97-AF65-F5344CB8AC3E}">
        <p14:creationId xmlns:p14="http://schemas.microsoft.com/office/powerpoint/2010/main" val="779441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567F-97F9-2451-B7B2-2B7D130B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C834D6-7E1C-94D6-D900-F1A64EFD3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446" y="2397973"/>
            <a:ext cx="7751108" cy="20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46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8E7E-85ED-2D95-D4C5-AA4AE258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F6743E-4C11-D112-7F7E-BE934A4A4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1" y="1882198"/>
            <a:ext cx="9130590" cy="26983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F65400A-86DB-9F38-4A2B-EBC7622790CA}"/>
              </a:ext>
            </a:extLst>
          </p:cNvPr>
          <p:cNvSpPr/>
          <p:nvPr/>
        </p:nvSpPr>
        <p:spPr>
          <a:xfrm>
            <a:off x="9604873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/>
              <a:t>Aéreo</a:t>
            </a:r>
          </a:p>
          <a:p>
            <a:pPr algn="ctr"/>
            <a:r>
              <a:rPr lang="pt-BR"/>
              <a:t>Sampaio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EC6D803-113E-EEC6-3C31-1421A8FB074A}"/>
              </a:ext>
            </a:extLst>
          </p:cNvPr>
          <p:cNvSpPr/>
          <p:nvPr/>
        </p:nvSpPr>
        <p:spPr>
          <a:xfrm>
            <a:off x="10893846" y="3128791"/>
            <a:ext cx="1068636" cy="1046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Prod</a:t>
            </a:r>
            <a:r>
              <a:rPr lang="pt-BR"/>
              <a:t> </a:t>
            </a:r>
          </a:p>
          <a:p>
            <a:pPr algn="ctr"/>
            <a:r>
              <a:rPr lang="pt-BR" err="1"/>
              <a:t>Maritimo</a:t>
            </a:r>
            <a:endParaRPr lang="pt-BR"/>
          </a:p>
          <a:p>
            <a:pPr algn="ctr"/>
            <a:r>
              <a:rPr lang="pt-BR"/>
              <a:t>Filipe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6AFDB47-645D-0B9B-0BF9-66E0991F9247}"/>
              </a:ext>
            </a:extLst>
          </p:cNvPr>
          <p:cNvCxnSpPr/>
          <p:nvPr/>
        </p:nvCxnSpPr>
        <p:spPr>
          <a:xfrm>
            <a:off x="8361802" y="2831335"/>
            <a:ext cx="3066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E8AEF5B-2627-18F8-AC0E-AB53FA1C77AA}"/>
              </a:ext>
            </a:extLst>
          </p:cNvPr>
          <p:cNvCxnSpPr>
            <a:stCxn id="4" idx="0"/>
          </p:cNvCxnSpPr>
          <p:nvPr/>
        </p:nvCxnSpPr>
        <p:spPr>
          <a:xfrm flipV="1">
            <a:off x="10139191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406EA54-E2BA-6AB4-7046-5F6EFA3FE69E}"/>
              </a:ext>
            </a:extLst>
          </p:cNvPr>
          <p:cNvCxnSpPr>
            <a:cxnSpLocks/>
          </p:cNvCxnSpPr>
          <p:nvPr/>
        </p:nvCxnSpPr>
        <p:spPr>
          <a:xfrm flipV="1">
            <a:off x="11396950" y="2831335"/>
            <a:ext cx="0" cy="297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9624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EF78-7894-D39D-4610-15F45894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009B639-B65A-E2CC-1EBC-1F7D5E062143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Operações</a:t>
            </a:r>
          </a:p>
        </p:txBody>
      </p:sp>
    </p:spTree>
    <p:extLst>
      <p:ext uri="{BB962C8B-B14F-4D97-AF65-F5344CB8AC3E}">
        <p14:creationId xmlns:p14="http://schemas.microsoft.com/office/powerpoint/2010/main" val="1993622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5992C-F022-8F4A-58BF-080FBCC7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C7F405C-C656-7C8E-A943-C70BD0E0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61" y="2364220"/>
            <a:ext cx="10113877" cy="212956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FFF941F-1340-22D6-C874-E7A663071F8B}"/>
              </a:ext>
            </a:extLst>
          </p:cNvPr>
          <p:cNvCxnSpPr/>
          <p:nvPr/>
        </p:nvCxnSpPr>
        <p:spPr>
          <a:xfrm flipV="1">
            <a:off x="9948231" y="3249976"/>
            <a:ext cx="892367" cy="936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57B2F50-348F-0458-0117-F25F1218239D}"/>
              </a:ext>
            </a:extLst>
          </p:cNvPr>
          <p:cNvCxnSpPr/>
          <p:nvPr/>
        </p:nvCxnSpPr>
        <p:spPr>
          <a:xfrm flipV="1">
            <a:off x="2476959" y="3249976"/>
            <a:ext cx="892367" cy="936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948F594-9939-6EF7-4CEC-FAAF4F0F783E}"/>
              </a:ext>
            </a:extLst>
          </p:cNvPr>
          <p:cNvCxnSpPr>
            <a:cxnSpLocks/>
          </p:cNvCxnSpPr>
          <p:nvPr/>
        </p:nvCxnSpPr>
        <p:spPr>
          <a:xfrm flipH="1" flipV="1">
            <a:off x="2690772" y="3350046"/>
            <a:ext cx="464740" cy="736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124F04B-78E5-4C11-9119-134224D165C7}"/>
              </a:ext>
            </a:extLst>
          </p:cNvPr>
          <p:cNvCxnSpPr>
            <a:cxnSpLocks/>
          </p:cNvCxnSpPr>
          <p:nvPr/>
        </p:nvCxnSpPr>
        <p:spPr>
          <a:xfrm flipH="1" flipV="1">
            <a:off x="10162044" y="3350046"/>
            <a:ext cx="464740" cy="736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F7E7CE-C95C-7179-2339-878360AA8794}"/>
              </a:ext>
            </a:extLst>
          </p:cNvPr>
          <p:cNvSpPr txBox="1"/>
          <p:nvPr/>
        </p:nvSpPr>
        <p:spPr>
          <a:xfrm>
            <a:off x="631019" y="1164884"/>
            <a:ext cx="997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 estrutura foi ajustada recentemente pelo </a:t>
            </a:r>
            <a:r>
              <a:rPr lang="pt-BR" err="1"/>
              <a:t>Raioni</a:t>
            </a:r>
            <a:r>
              <a:rPr lang="pt-BR"/>
              <a:t> – temos que pegar a visão atualizada. </a:t>
            </a:r>
          </a:p>
        </p:txBody>
      </p:sp>
    </p:spTree>
    <p:extLst>
      <p:ext uri="{BB962C8B-B14F-4D97-AF65-F5344CB8AC3E}">
        <p14:creationId xmlns:p14="http://schemas.microsoft.com/office/powerpoint/2010/main" val="13147268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54ED-6C61-CD48-E2D9-83F79722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B9963D1-A7B0-73E2-1FE7-152CD327D910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Operações – Exportação e </a:t>
            </a:r>
            <a:r>
              <a:rPr lang="pt-BR" err="1"/>
              <a:t>Customer</a:t>
            </a:r>
            <a:r>
              <a:rPr lang="pt-BR"/>
              <a:t> </a:t>
            </a:r>
            <a:r>
              <a:rPr lang="pt-BR" err="1"/>
              <a:t>Care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3873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CD37-9A05-7DCD-62EF-B0735F22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ED8D7FB-0506-1131-6739-859A5F6B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425" y="1783674"/>
            <a:ext cx="7345526" cy="3290651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F60344C-D30D-FF63-3B5D-94FEAFBFFCAA}"/>
              </a:ext>
            </a:extLst>
          </p:cNvPr>
          <p:cNvCxnSpPr/>
          <p:nvPr/>
        </p:nvCxnSpPr>
        <p:spPr>
          <a:xfrm flipV="1">
            <a:off x="6621133" y="3249976"/>
            <a:ext cx="892367" cy="9364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DD7E371-D222-C7F2-EADA-DA564836A72D}"/>
              </a:ext>
            </a:extLst>
          </p:cNvPr>
          <p:cNvCxnSpPr>
            <a:cxnSpLocks/>
          </p:cNvCxnSpPr>
          <p:nvPr/>
        </p:nvCxnSpPr>
        <p:spPr>
          <a:xfrm flipH="1" flipV="1">
            <a:off x="6834946" y="3350046"/>
            <a:ext cx="464740" cy="736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7953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6F14-8298-A613-95A5-8C0AA8C0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28FC4E-4CE1-98EC-C4D3-88D6FC1D5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30" y="1955842"/>
            <a:ext cx="7521337" cy="29463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51A83E3-495D-C017-ECAA-9756C542466D}"/>
              </a:ext>
            </a:extLst>
          </p:cNvPr>
          <p:cNvSpPr/>
          <p:nvPr/>
        </p:nvSpPr>
        <p:spPr>
          <a:xfrm>
            <a:off x="892366" y="782198"/>
            <a:ext cx="1421176" cy="683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Exportação</a:t>
            </a:r>
          </a:p>
        </p:txBody>
      </p:sp>
    </p:spTree>
    <p:extLst>
      <p:ext uri="{BB962C8B-B14F-4D97-AF65-F5344CB8AC3E}">
        <p14:creationId xmlns:p14="http://schemas.microsoft.com/office/powerpoint/2010/main" val="3337061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C226-EF2D-1F74-F283-2A2F8E38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27C614-C34E-3B42-487A-AB3939D79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774" y="1723411"/>
            <a:ext cx="7938452" cy="3411177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7FB48B8-562C-A638-C92A-0BBAE964AB6D}"/>
              </a:ext>
            </a:extLst>
          </p:cNvPr>
          <p:cNvSpPr/>
          <p:nvPr/>
        </p:nvSpPr>
        <p:spPr>
          <a:xfrm>
            <a:off x="892365" y="782199"/>
            <a:ext cx="2809301" cy="561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/>
              <a:t>Customer</a:t>
            </a:r>
            <a:r>
              <a:rPr lang="pt-BR"/>
              <a:t> </a:t>
            </a:r>
            <a:r>
              <a:rPr lang="pt-BR" err="1"/>
              <a:t>Care</a:t>
            </a:r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921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C6A2-6165-6A93-B4D3-B115F9B6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5A67737-CACD-25F0-B86A-97677EE7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60" y="1689455"/>
            <a:ext cx="6385057" cy="347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5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015C-B74A-CF2B-351C-391D97C3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D0F4F3-B421-CDFC-E0B9-CB48B8946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6" y="1810904"/>
            <a:ext cx="11915450" cy="25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037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2095-CC95-EF4B-4342-8055AA1D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5B3BC15-9998-014A-BD88-C2D119303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469" y="1951517"/>
            <a:ext cx="2857061" cy="295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3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240B-E79C-57BB-B2AC-7C54DFEA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5794A49-1DE3-2C0B-8973-D7E161C38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36" y="1346714"/>
            <a:ext cx="10565528" cy="4164572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ED618CE-D59E-6A0C-4858-8085BE2F624F}"/>
              </a:ext>
            </a:extLst>
          </p:cNvPr>
          <p:cNvCxnSpPr/>
          <p:nvPr/>
        </p:nvCxnSpPr>
        <p:spPr>
          <a:xfrm flipV="1">
            <a:off x="3404212" y="3183875"/>
            <a:ext cx="2104222" cy="1762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A0493AA-923E-7660-F0F0-DE26639ED17C}"/>
              </a:ext>
            </a:extLst>
          </p:cNvPr>
          <p:cNvCxnSpPr/>
          <p:nvPr/>
        </p:nvCxnSpPr>
        <p:spPr>
          <a:xfrm flipV="1">
            <a:off x="5771002" y="3270174"/>
            <a:ext cx="2104222" cy="1762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CDCEEAB-1C2D-0F88-764D-CAE22768323F}"/>
              </a:ext>
            </a:extLst>
          </p:cNvPr>
          <p:cNvCxnSpPr>
            <a:cxnSpLocks/>
          </p:cNvCxnSpPr>
          <p:nvPr/>
        </p:nvCxnSpPr>
        <p:spPr>
          <a:xfrm flipH="1" flipV="1">
            <a:off x="6242980" y="3361981"/>
            <a:ext cx="1467079" cy="16708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67B6EE5-58DE-0029-8755-5D0DE9FB6BEF}"/>
              </a:ext>
            </a:extLst>
          </p:cNvPr>
          <p:cNvCxnSpPr>
            <a:cxnSpLocks/>
          </p:cNvCxnSpPr>
          <p:nvPr/>
        </p:nvCxnSpPr>
        <p:spPr>
          <a:xfrm flipH="1" flipV="1">
            <a:off x="3806373" y="3270174"/>
            <a:ext cx="1467079" cy="16708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153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38AE-3B67-43AE-C8BF-10287A2C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82BA11-C69B-69EF-33AF-078010B8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871" y="1934625"/>
            <a:ext cx="9862257" cy="298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548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2E20-4567-A1A9-7F04-F16BD0F91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1791F7-A21A-2173-833E-DBBD76CF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69" y="1943831"/>
            <a:ext cx="2626662" cy="297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416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BA95E-E1ED-D83F-B50F-A8094A68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7BF914-1E30-80EB-9724-FD057C5B34D3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Operações Marítimo</a:t>
            </a:r>
          </a:p>
        </p:txBody>
      </p:sp>
    </p:spTree>
    <p:extLst>
      <p:ext uri="{BB962C8B-B14F-4D97-AF65-F5344CB8AC3E}">
        <p14:creationId xmlns:p14="http://schemas.microsoft.com/office/powerpoint/2010/main" val="23654845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4742-C48A-515B-2E8C-BC93BE06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42AEDF5-841A-94AE-0F13-935DDCD0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5" y="2079549"/>
            <a:ext cx="11268670" cy="315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349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91FE-2974-EAF7-5F05-2121996C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D7FF224-E1E5-3090-CFEA-BC63679A9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349" y="2244547"/>
            <a:ext cx="3461302" cy="236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116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90AC-81D2-2F70-6B5A-6E63CE37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03E791-5AD6-3545-7493-02572B9B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2" y="2939292"/>
            <a:ext cx="11604036" cy="132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60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19A9-F2B1-18C2-30D0-E2CA2BD8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F719FFC-00E0-A5AC-FA86-EDF96DC7C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910" y="2020544"/>
            <a:ext cx="7978179" cy="28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511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D9A6-83BB-9601-B87B-1F5D62E8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2B0491-9484-56BB-6623-3B276FC0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67" y="2088052"/>
            <a:ext cx="8008865" cy="268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986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2204-CD49-B65C-E023-F4A548E8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CA5DEE8-5B16-648A-20F4-E7CF2914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55" y="2562566"/>
            <a:ext cx="11118061" cy="199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167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4C83-2DD2-6480-CE32-FCEAB395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40AAB2F-3B7A-ED4B-AA07-13773BFCFA0E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Operações Aéreo – EUA </a:t>
            </a:r>
          </a:p>
        </p:txBody>
      </p:sp>
    </p:spTree>
    <p:extLst>
      <p:ext uri="{BB962C8B-B14F-4D97-AF65-F5344CB8AC3E}">
        <p14:creationId xmlns:p14="http://schemas.microsoft.com/office/powerpoint/2010/main" val="3923837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2CD4-2466-D04D-F593-D24EFF8D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1ED232-5718-E7BD-0722-EAB88F272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60" y="1710197"/>
            <a:ext cx="6164216" cy="298298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C3FBE41-3854-39B8-2417-456535CF9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76" y="3386978"/>
            <a:ext cx="3067063" cy="13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74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9688-A4B2-E475-9694-5EADD9DF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D17D3F8-EB30-686A-DFAF-E52FBC11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24" y="2039297"/>
            <a:ext cx="10150737" cy="318269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4C4A2A6-8ADF-303C-AF98-D7DC55AFFA9F}"/>
              </a:ext>
            </a:extLst>
          </p:cNvPr>
          <p:cNvSpPr/>
          <p:nvPr/>
        </p:nvSpPr>
        <p:spPr>
          <a:xfrm>
            <a:off x="892365" y="782199"/>
            <a:ext cx="2809301" cy="561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Mia  </a:t>
            </a:r>
          </a:p>
        </p:txBody>
      </p:sp>
    </p:spTree>
    <p:extLst>
      <p:ext uri="{BB962C8B-B14F-4D97-AF65-F5344CB8AC3E}">
        <p14:creationId xmlns:p14="http://schemas.microsoft.com/office/powerpoint/2010/main" val="31618944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A3EB-0919-A1A7-DC32-B2EB2D53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41E9AF-3E8B-88EF-F955-A6E29E27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818" y="2539126"/>
            <a:ext cx="9598364" cy="177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522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40FD1-58C3-AF25-6C39-44473A841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F32C752-40CC-8F78-36C8-88B41E10B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4" y="1796925"/>
            <a:ext cx="8839777" cy="28081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C8C93AC-7089-5676-FF26-B2D9DBEC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697" y="2826770"/>
            <a:ext cx="1272154" cy="177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930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715D-AFA6-F5D8-71BB-A50A7B5E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31475E-D0AF-DD6C-E3CB-07F790D8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6" y="2647561"/>
            <a:ext cx="11809187" cy="156287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725CE12-2BC5-3C9B-2C8D-A0B1EBEC1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9" y="4419899"/>
            <a:ext cx="1969997" cy="22707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9D664A-E9B0-CF1F-E210-836583AC9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260" y="4217343"/>
            <a:ext cx="9622212" cy="18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406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8B94-60CA-4742-567D-FEFAFFE6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7AD8A3F-EED7-668D-39DD-8C39D24B77BA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Inteligência Operacional </a:t>
            </a:r>
          </a:p>
        </p:txBody>
      </p:sp>
    </p:spTree>
    <p:extLst>
      <p:ext uri="{BB962C8B-B14F-4D97-AF65-F5344CB8AC3E}">
        <p14:creationId xmlns:p14="http://schemas.microsoft.com/office/powerpoint/2010/main" val="9807062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1E7B-2ABB-5EE6-057C-301E50D7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E065FA-B34F-C6D9-376F-12BBC4A9F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66" y="1987987"/>
            <a:ext cx="11519068" cy="28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172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FCEF-FF11-7E9A-E3A5-EA468B1F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A2759D-BB64-1DFD-1E21-EAB1C9C0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284" y="1962182"/>
            <a:ext cx="4319202" cy="293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565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4593-9323-3515-F90D-32D17834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CDF82C2-4616-8F1C-8FB5-E7CBEC89D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40" y="1759443"/>
            <a:ext cx="9797364" cy="299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693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ED95-3E1A-4A16-9959-2F87AD42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B21B9D0-BE1A-C9E2-B37E-1FB12C38E7AF}"/>
              </a:ext>
            </a:extLst>
          </p:cNvPr>
          <p:cNvSpPr/>
          <p:nvPr/>
        </p:nvSpPr>
        <p:spPr>
          <a:xfrm>
            <a:off x="308471" y="2525617"/>
            <a:ext cx="6004193" cy="180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Excelência Operacional </a:t>
            </a:r>
          </a:p>
        </p:txBody>
      </p:sp>
    </p:spTree>
    <p:extLst>
      <p:ext uri="{BB962C8B-B14F-4D97-AF65-F5344CB8AC3E}">
        <p14:creationId xmlns:p14="http://schemas.microsoft.com/office/powerpoint/2010/main" val="39654527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4F39-C76F-A960-4092-D3BDE2C8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D39C482-B28A-D240-B85C-F67F3536F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05" y="2176977"/>
            <a:ext cx="10677190" cy="224078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1A273B3-5380-D566-41BA-6E1702F70514}"/>
              </a:ext>
            </a:extLst>
          </p:cNvPr>
          <p:cNvSpPr/>
          <p:nvPr/>
        </p:nvSpPr>
        <p:spPr>
          <a:xfrm>
            <a:off x="757405" y="3297371"/>
            <a:ext cx="8893371" cy="13297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44EABAA-FBAB-444A-9FBC-FDD63CFD67C0}"/>
              </a:ext>
            </a:extLst>
          </p:cNvPr>
          <p:cNvSpPr/>
          <p:nvPr/>
        </p:nvSpPr>
        <p:spPr>
          <a:xfrm>
            <a:off x="9756350" y="3297370"/>
            <a:ext cx="1678245" cy="22407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4E10079-C03A-639E-FCB3-1FEBD628CE5C}"/>
              </a:ext>
            </a:extLst>
          </p:cNvPr>
          <p:cNvSpPr txBox="1"/>
          <p:nvPr/>
        </p:nvSpPr>
        <p:spPr>
          <a:xfrm>
            <a:off x="1035586" y="2842352"/>
            <a:ext cx="99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KAM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13FCA3-C36B-EF99-3837-FC146A968C7A}"/>
              </a:ext>
            </a:extLst>
          </p:cNvPr>
          <p:cNvSpPr txBox="1"/>
          <p:nvPr/>
        </p:nvSpPr>
        <p:spPr>
          <a:xfrm>
            <a:off x="10001479" y="4900670"/>
            <a:ext cx="1257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err="1"/>
              <a:t>Capacity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992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Luiz Belixior Jr.</dc:creator>
  <cp:revision>1</cp:revision>
  <dcterms:created xsi:type="dcterms:W3CDTF">2026-10-23T14:42:03Z</dcterms:created>
  <dcterms:modified xsi:type="dcterms:W3CDTF">2026-10-23T21:27:11Z</dcterms:modified>
</cp:coreProperties>
</file>